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51" r:id="rId4"/>
  </p:sldMasterIdLst>
  <p:notesMasterIdLst>
    <p:notesMasterId r:id="rId18"/>
  </p:notesMasterIdLst>
  <p:handoutMasterIdLst>
    <p:handoutMasterId r:id="rId19"/>
  </p:handoutMasterIdLst>
  <p:sldIdLst>
    <p:sldId id="517" r:id="rId5"/>
    <p:sldId id="854" r:id="rId6"/>
    <p:sldId id="2147481105" r:id="rId7"/>
    <p:sldId id="2147478789" r:id="rId8"/>
    <p:sldId id="2147481101" r:id="rId9"/>
    <p:sldId id="2147478790" r:id="rId10"/>
    <p:sldId id="2147478794" r:id="rId11"/>
    <p:sldId id="2147478793" r:id="rId12"/>
    <p:sldId id="2147481099" r:id="rId13"/>
    <p:sldId id="2147481098" r:id="rId14"/>
    <p:sldId id="859" r:id="rId15"/>
    <p:sldId id="2147481102" r:id="rId16"/>
    <p:sldId id="554" r:id="rId17"/>
  </p:sldIdLst>
  <p:sldSz cx="12192000" cy="6858000"/>
  <p:notesSz cx="6858000" cy="91440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Poppins Black" panose="00000A00000000000000" pitchFamily="2" charset="0"/>
      <p:bold r:id="rId24"/>
      <p:boldItalic r:id="rId25"/>
    </p:embeddedFont>
    <p:embeddedFont>
      <p:font typeface="Poppins SemiBold" panose="00000700000000000000" pitchFamily="2" charset="0"/>
      <p:bold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Bold" panose="020B0604020202020204" charset="0"/>
      <p:bold r:id="rId32"/>
    </p:embeddedFont>
    <p:embeddedFont>
      <p:font typeface="Roboto Condensed" panose="02000000000000000000" pitchFamily="2" charset="0"/>
      <p:regular r:id="rId33"/>
      <p:bold r:id="rId34"/>
      <p:italic r:id="rId35"/>
      <p:boldItalic r:id="rId36"/>
    </p:embeddedFont>
    <p:embeddedFont>
      <p:font typeface="Roboto Medium" panose="02000000000000000000" pitchFamily="2" charset="0"/>
      <p:regular r:id="rId37"/>
      <p: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54"/>
            <p14:sldId id="2147481105"/>
            <p14:sldId id="2147478789"/>
            <p14:sldId id="2147481101"/>
            <p14:sldId id="2147478790"/>
            <p14:sldId id="2147478794"/>
            <p14:sldId id="2147478793"/>
            <p14:sldId id="2147481099"/>
            <p14:sldId id="2147481098"/>
            <p14:sldId id="859"/>
            <p14:sldId id="2147481102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CD39"/>
    <a:srgbClr val="EEFFE9"/>
    <a:srgbClr val="EAF9E5"/>
    <a:srgbClr val="A2ACBD"/>
    <a:srgbClr val="0095E8"/>
    <a:srgbClr val="5AC932"/>
    <a:srgbClr val="96919E"/>
    <a:srgbClr val="1F455E"/>
    <a:srgbClr val="F27242"/>
    <a:srgbClr val="F5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8F95C-3D1E-44E4-AE35-D3880B5570B4}" v="28" dt="2026-02-11T15:59:03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6126" autoAdjust="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774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9" Type="http://schemas.openxmlformats.org/officeDocument/2006/relationships/commentAuthors" Target="commentAuthor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0" Type="http://schemas.openxmlformats.org/officeDocument/2006/relationships/font" Target="fonts/font1.fntdata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delSld modSld sldOrd modMainMaster modSection">
      <pc:chgData name="Victor Mushkatin" userId="477e917c-2c56-40a2-8217-2c18f48381cf" providerId="ADAL" clId="{EF01442C-DAAA-4D21-B1C0-B861AC057066}" dt="2026-02-11T16:54:07.554" v="174" actId="20577"/>
      <pc:docMkLst>
        <pc:docMk/>
      </pc:docMkLst>
      <pc:sldChg chg="modSp mod">
        <pc:chgData name="Victor Mushkatin" userId="477e917c-2c56-40a2-8217-2c18f48381cf" providerId="ADAL" clId="{EF01442C-DAAA-4D21-B1C0-B861AC057066}" dt="2026-02-11T15:59:38.338" v="71" actId="20577"/>
        <pc:sldMkLst>
          <pc:docMk/>
          <pc:sldMk cId="247990684" sldId="517"/>
        </pc:sldMkLst>
        <pc:spChg chg="mod">
          <ac:chgData name="Victor Mushkatin" userId="477e917c-2c56-40a2-8217-2c18f48381cf" providerId="ADAL" clId="{EF01442C-DAAA-4D21-B1C0-B861AC057066}" dt="2026-02-11T15:59:38.338" v="71" actId="20577"/>
          <ac:spMkLst>
            <pc:docMk/>
            <pc:sldMk cId="247990684" sldId="517"/>
            <ac:spMk id="4" creationId="{00000000-0000-0000-0000-000000000000}"/>
          </ac:spMkLst>
        </pc:spChg>
      </pc:sldChg>
      <pc:sldChg chg="modSp mod">
        <pc:chgData name="Victor Mushkatin" userId="477e917c-2c56-40a2-8217-2c18f48381cf" providerId="ADAL" clId="{EF01442C-DAAA-4D21-B1C0-B861AC057066}" dt="2026-02-11T16:54:07.554" v="174" actId="20577"/>
        <pc:sldMkLst>
          <pc:docMk/>
          <pc:sldMk cId="1559448605" sldId="554"/>
        </pc:sldMkLst>
        <pc:spChg chg="mod">
          <ac:chgData name="Victor Mushkatin" userId="477e917c-2c56-40a2-8217-2c18f48381cf" providerId="ADAL" clId="{EF01442C-DAAA-4D21-B1C0-B861AC057066}" dt="2026-02-11T16:54:07.554" v="174" actId="20577"/>
          <ac:spMkLst>
            <pc:docMk/>
            <pc:sldMk cId="1559448605" sldId="554"/>
            <ac:spMk id="9" creationId="{5B36AC1F-C159-ABC1-6BC9-3CAC77BF35BB}"/>
          </ac:spMkLst>
        </pc:spChg>
      </pc:sldChg>
      <pc:sldChg chg="modSp mod">
        <pc:chgData name="Victor Mushkatin" userId="477e917c-2c56-40a2-8217-2c18f48381cf" providerId="ADAL" clId="{EF01442C-DAAA-4D21-B1C0-B861AC057066}" dt="2026-02-11T16:01:01.744" v="110" actId="20577"/>
        <pc:sldMkLst>
          <pc:docMk/>
          <pc:sldMk cId="3196058017" sldId="859"/>
        </pc:sldMkLst>
        <pc:spChg chg="mod">
          <ac:chgData name="Victor Mushkatin" userId="477e917c-2c56-40a2-8217-2c18f48381cf" providerId="ADAL" clId="{EF01442C-DAAA-4D21-B1C0-B861AC057066}" dt="2026-02-11T16:01:01.744" v="110" actId="20577"/>
          <ac:spMkLst>
            <pc:docMk/>
            <pc:sldMk cId="3196058017" sldId="859"/>
            <ac:spMk id="5" creationId="{4DDD09A2-34E5-36B2-5F85-3C0C4435968B}"/>
          </ac:spMkLst>
        </pc:spChg>
      </pc:sldChg>
      <pc:sldChg chg="del ord">
        <pc:chgData name="Victor Mushkatin" userId="477e917c-2c56-40a2-8217-2c18f48381cf" providerId="ADAL" clId="{EF01442C-DAAA-4D21-B1C0-B861AC057066}" dt="2026-02-11T16:53:51.983" v="167" actId="47"/>
        <pc:sldMkLst>
          <pc:docMk/>
          <pc:sldMk cId="3886736824" sldId="871"/>
        </pc:sldMkLst>
      </pc:sldChg>
      <pc:sldChg chg="modSp mod">
        <pc:chgData name="Victor Mushkatin" userId="477e917c-2c56-40a2-8217-2c18f48381cf" providerId="ADAL" clId="{EF01442C-DAAA-4D21-B1C0-B861AC057066}" dt="2026-02-11T16:49:45.316" v="128" actId="20577"/>
        <pc:sldMkLst>
          <pc:docMk/>
          <pc:sldMk cId="2016033039" sldId="2147478790"/>
        </pc:sldMkLst>
        <pc:graphicFrameChg chg="modGraphic">
          <ac:chgData name="Victor Mushkatin" userId="477e917c-2c56-40a2-8217-2c18f48381cf" providerId="ADAL" clId="{EF01442C-DAAA-4D21-B1C0-B861AC057066}" dt="2026-02-11T16:49:45.316" v="128" actId="20577"/>
          <ac:graphicFrameMkLst>
            <pc:docMk/>
            <pc:sldMk cId="2016033039" sldId="2147478790"/>
            <ac:graphicFrameMk id="4" creationId="{ACAE2BEE-F067-A339-4500-47ABA65C4BEF}"/>
          </ac:graphicFrameMkLst>
        </pc:graphicFrameChg>
      </pc:sldChg>
      <pc:sldChg chg="modSp mod">
        <pc:chgData name="Victor Mushkatin" userId="477e917c-2c56-40a2-8217-2c18f48381cf" providerId="ADAL" clId="{EF01442C-DAAA-4D21-B1C0-B861AC057066}" dt="2026-02-11T16:52:49.593" v="164" actId="20577"/>
        <pc:sldMkLst>
          <pc:docMk/>
          <pc:sldMk cId="400232364" sldId="2147481098"/>
        </pc:sldMkLst>
        <pc:spChg chg="mod">
          <ac:chgData name="Victor Mushkatin" userId="477e917c-2c56-40a2-8217-2c18f48381cf" providerId="ADAL" clId="{EF01442C-DAAA-4D21-B1C0-B861AC057066}" dt="2026-02-11T16:52:49.593" v="164" actId="20577"/>
          <ac:spMkLst>
            <pc:docMk/>
            <pc:sldMk cId="400232364" sldId="2147481098"/>
            <ac:spMk id="2" creationId="{15970A0F-39CE-E2A4-B631-2FFFE5B8F507}"/>
          </ac:spMkLst>
        </pc:spChg>
      </pc:sldChg>
      <pc:sldChg chg="addSp delSp modSp mod">
        <pc:chgData name="Victor Mushkatin" userId="477e917c-2c56-40a2-8217-2c18f48381cf" providerId="ADAL" clId="{EF01442C-DAAA-4D21-B1C0-B861AC057066}" dt="2026-02-11T16:48:58.343" v="126" actId="20577"/>
        <pc:sldMkLst>
          <pc:docMk/>
          <pc:sldMk cId="2371356902" sldId="2147481101"/>
        </pc:sldMkLst>
        <pc:spChg chg="mod">
          <ac:chgData name="Victor Mushkatin" userId="477e917c-2c56-40a2-8217-2c18f48381cf" providerId="ADAL" clId="{EF01442C-DAAA-4D21-B1C0-B861AC057066}" dt="2026-02-11T16:48:44.793" v="118" actId="1076"/>
          <ac:spMkLst>
            <pc:docMk/>
            <pc:sldMk cId="2371356902" sldId="2147481101"/>
            <ac:spMk id="5" creationId="{87CD1299-FABC-AE3A-0651-7C338644AF82}"/>
          </ac:spMkLst>
        </pc:spChg>
        <pc:graphicFrameChg chg="mod modGraphic">
          <ac:chgData name="Victor Mushkatin" userId="477e917c-2c56-40a2-8217-2c18f48381cf" providerId="ADAL" clId="{EF01442C-DAAA-4D21-B1C0-B861AC057066}" dt="2026-02-11T16:48:58.343" v="126" actId="20577"/>
          <ac:graphicFrameMkLst>
            <pc:docMk/>
            <pc:sldMk cId="2371356902" sldId="2147481101"/>
            <ac:graphicFrameMk id="3" creationId="{11CACB0B-B3DC-9BE2-DD2E-1263014D864A}"/>
          </ac:graphicFrameMkLst>
        </pc:graphicFrameChg>
        <pc:picChg chg="add del">
          <ac:chgData name="Victor Mushkatin" userId="477e917c-2c56-40a2-8217-2c18f48381cf" providerId="ADAL" clId="{EF01442C-DAAA-4D21-B1C0-B861AC057066}" dt="2026-02-11T16:48:38.647" v="117" actId="478"/>
          <ac:picMkLst>
            <pc:docMk/>
            <pc:sldMk cId="2371356902" sldId="2147481101"/>
            <ac:picMk id="7" creationId="{A20BB238-80D5-B72E-E86B-5C230ABD9FCF}"/>
          </ac:picMkLst>
        </pc:picChg>
      </pc:sldChg>
      <pc:sldMasterChg chg="modSldLayout">
        <pc:chgData name="Victor Mushkatin" userId="477e917c-2c56-40a2-8217-2c18f48381cf" providerId="ADAL" clId="{EF01442C-DAAA-4D21-B1C0-B861AC057066}" dt="2026-02-11T15:59:21.337" v="53" actId="1076"/>
        <pc:sldMasterMkLst>
          <pc:docMk/>
          <pc:sldMasterMk cId="2740475121" sldId="2147483851"/>
        </pc:sldMasterMkLst>
        <pc:sldLayoutChg chg="addSp delSp modSp mod">
          <pc:chgData name="Victor Mushkatin" userId="477e917c-2c56-40a2-8217-2c18f48381cf" providerId="ADAL" clId="{EF01442C-DAAA-4D21-B1C0-B861AC057066}" dt="2026-02-11T15:58:35.781" v="46"/>
          <pc:sldLayoutMkLst>
            <pc:docMk/>
            <pc:sldMasterMk cId="2740475121" sldId="2147483851"/>
            <pc:sldLayoutMk cId="3716055458" sldId="2147483785"/>
          </pc:sldLayoutMkLst>
          <pc:spChg chg="mod">
            <ac:chgData name="Victor Mushkatin" userId="477e917c-2c56-40a2-8217-2c18f48381cf" providerId="ADAL" clId="{EF01442C-DAAA-4D21-B1C0-B861AC057066}" dt="2026-02-11T15:58:35.781" v="46"/>
            <ac:spMkLst>
              <pc:docMk/>
              <pc:sldMasterMk cId="2740475121" sldId="2147483851"/>
              <pc:sldLayoutMk cId="3716055458" sldId="2147483785"/>
              <ac:spMk id="6" creationId="{9F89043C-1377-F9A4-243C-935ADD627F2F}"/>
            </ac:spMkLst>
          </pc:spChg>
          <pc:picChg chg="add mod">
            <ac:chgData name="Victor Mushkatin" userId="477e917c-2c56-40a2-8217-2c18f48381cf" providerId="ADAL" clId="{EF01442C-DAAA-4D21-B1C0-B861AC057066}" dt="2026-02-11T15:57:57.476" v="29"/>
            <ac:picMkLst>
              <pc:docMk/>
              <pc:sldMasterMk cId="2740475121" sldId="2147483851"/>
              <pc:sldLayoutMk cId="3716055458" sldId="2147483785"/>
              <ac:picMk id="3" creationId="{41796784-408A-2E43-D860-213C123531F4}"/>
            </ac:picMkLst>
          </pc:picChg>
          <pc:picChg chg="del">
            <ac:chgData name="Victor Mushkatin" userId="477e917c-2c56-40a2-8217-2c18f48381cf" providerId="ADAL" clId="{EF01442C-DAAA-4D21-B1C0-B861AC057066}" dt="2026-02-11T15:57:56.672" v="28" actId="478"/>
            <ac:picMkLst>
              <pc:docMk/>
              <pc:sldMasterMk cId="2740475121" sldId="2147483851"/>
              <pc:sldLayoutMk cId="3716055458" sldId="2147483785"/>
              <ac:picMk id="9" creationId="{50E3758E-0644-2F23-DE67-7BE4B59AA80C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7.764" v="49"/>
          <pc:sldLayoutMkLst>
            <pc:docMk/>
            <pc:sldMasterMk cId="2740475121" sldId="2147483851"/>
            <pc:sldLayoutMk cId="3922619176" sldId="2147483843"/>
          </pc:sldLayoutMkLst>
          <pc:spChg chg="mod">
            <ac:chgData name="Victor Mushkatin" userId="477e917c-2c56-40a2-8217-2c18f48381cf" providerId="ADAL" clId="{EF01442C-DAAA-4D21-B1C0-B861AC057066}" dt="2026-02-11T15:58:47.764" v="49"/>
            <ac:spMkLst>
              <pc:docMk/>
              <pc:sldMasterMk cId="2740475121" sldId="2147483851"/>
              <pc:sldLayoutMk cId="3922619176" sldId="2147483843"/>
              <ac:spMk id="10" creationId="{B93D4F50-6DC7-9C69-6898-94AF04FF7F26}"/>
            </ac:spMkLst>
          </pc:spChg>
          <pc:picChg chg="add mod">
            <ac:chgData name="Victor Mushkatin" userId="477e917c-2c56-40a2-8217-2c18f48381cf" providerId="ADAL" clId="{EF01442C-DAAA-4D21-B1C0-B861AC057066}" dt="2026-02-11T15:57:44.531" v="24"/>
            <ac:picMkLst>
              <pc:docMk/>
              <pc:sldMasterMk cId="2740475121" sldId="2147483851"/>
              <pc:sldLayoutMk cId="3922619176" sldId="2147483843"/>
              <ac:picMk id="3" creationId="{5671375D-3DD0-9A89-1F14-70FE4BCA66DE}"/>
            </ac:picMkLst>
          </pc:picChg>
          <pc:picChg chg="del">
            <ac:chgData name="Victor Mushkatin" userId="477e917c-2c56-40a2-8217-2c18f48381cf" providerId="ADAL" clId="{EF01442C-DAAA-4D21-B1C0-B861AC057066}" dt="2026-02-11T15:57:43.328" v="23" actId="478"/>
            <ac:picMkLst>
              <pc:docMk/>
              <pc:sldMasterMk cId="2740475121" sldId="2147483851"/>
              <pc:sldLayoutMk cId="3922619176" sldId="2147483843"/>
              <ac:picMk id="6" creationId="{83475276-F52D-500E-D84B-E4FC8DB29EB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4.066" v="48"/>
          <pc:sldLayoutMkLst>
            <pc:docMk/>
            <pc:sldMasterMk cId="2740475121" sldId="2147483851"/>
            <pc:sldLayoutMk cId="3629883438" sldId="2147483844"/>
          </pc:sldLayoutMkLst>
          <pc:spChg chg="mod">
            <ac:chgData name="Victor Mushkatin" userId="477e917c-2c56-40a2-8217-2c18f48381cf" providerId="ADAL" clId="{EF01442C-DAAA-4D21-B1C0-B861AC057066}" dt="2026-02-11T15:58:44.066" v="48"/>
            <ac:spMkLst>
              <pc:docMk/>
              <pc:sldMasterMk cId="2740475121" sldId="2147483851"/>
              <pc:sldLayoutMk cId="3629883438" sldId="2147483844"/>
              <ac:spMk id="40" creationId="{D482F796-AB7F-F650-64E9-ED2302202F67}"/>
            </ac:spMkLst>
          </pc:spChg>
          <pc:picChg chg="add mod">
            <ac:chgData name="Victor Mushkatin" userId="477e917c-2c56-40a2-8217-2c18f48381cf" providerId="ADAL" clId="{EF01442C-DAAA-4D21-B1C0-B861AC057066}" dt="2026-02-11T15:57:49.021" v="26"/>
            <ac:picMkLst>
              <pc:docMk/>
              <pc:sldMasterMk cId="2740475121" sldId="2147483851"/>
              <pc:sldLayoutMk cId="3629883438" sldId="2147483844"/>
              <ac:picMk id="2" creationId="{0C4123F0-FF29-5A44-692E-FC9CF8474554}"/>
            </ac:picMkLst>
          </pc:picChg>
          <pc:picChg chg="del">
            <ac:chgData name="Victor Mushkatin" userId="477e917c-2c56-40a2-8217-2c18f48381cf" providerId="ADAL" clId="{EF01442C-DAAA-4D21-B1C0-B861AC057066}" dt="2026-02-11T15:57:48.156" v="25" actId="478"/>
            <ac:picMkLst>
              <pc:docMk/>
              <pc:sldMasterMk cId="2740475121" sldId="2147483851"/>
              <pc:sldLayoutMk cId="3629883438" sldId="2147483844"/>
              <ac:picMk id="43" creationId="{22A03C43-5888-2A9C-BE39-358EE2066D7B}"/>
            </ac:picMkLst>
          </pc:picChg>
        </pc:sldLayoutChg>
        <pc:sldLayoutChg chg="addSp modSp">
          <pc:chgData name="Victor Mushkatin" userId="477e917c-2c56-40a2-8217-2c18f48381cf" providerId="ADAL" clId="{EF01442C-DAAA-4D21-B1C0-B861AC057066}" dt="2026-02-11T15:58:39.160" v="47"/>
          <pc:sldLayoutMkLst>
            <pc:docMk/>
            <pc:sldMasterMk cId="2740475121" sldId="2147483851"/>
            <pc:sldLayoutMk cId="3534280250" sldId="2147483845"/>
          </pc:sldLayoutMkLst>
          <pc:spChg chg="mod">
            <ac:chgData name="Victor Mushkatin" userId="477e917c-2c56-40a2-8217-2c18f48381cf" providerId="ADAL" clId="{EF01442C-DAAA-4D21-B1C0-B861AC057066}" dt="2026-02-11T15:58:39.160" v="47"/>
            <ac:spMkLst>
              <pc:docMk/>
              <pc:sldMasterMk cId="2740475121" sldId="2147483851"/>
              <pc:sldLayoutMk cId="3534280250" sldId="2147483845"/>
              <ac:spMk id="10" creationId="{B064D44D-9C4A-B530-0DDB-0C9CB5AB90A1}"/>
            </ac:spMkLst>
          </pc:spChg>
          <pc:picChg chg="add mod">
            <ac:chgData name="Victor Mushkatin" userId="477e917c-2c56-40a2-8217-2c18f48381cf" providerId="ADAL" clId="{EF01442C-DAAA-4D21-B1C0-B861AC057066}" dt="2026-02-11T15:57:53.285" v="27"/>
            <ac:picMkLst>
              <pc:docMk/>
              <pc:sldMasterMk cId="2740475121" sldId="2147483851"/>
              <pc:sldLayoutMk cId="3534280250" sldId="2147483845"/>
              <ac:picMk id="8" creationId="{1F51A61E-878E-5B43-B854-28A46D10C708}"/>
            </ac:picMkLst>
          </pc:picChg>
        </pc:sldLayoutChg>
        <pc:sldLayoutChg chg="delSp modSp mod">
          <pc:chgData name="Victor Mushkatin" userId="477e917c-2c56-40a2-8217-2c18f48381cf" providerId="ADAL" clId="{EF01442C-DAAA-4D21-B1C0-B861AC057066}" dt="2026-02-11T15:58:29.923" v="45" actId="20577"/>
          <pc:sldLayoutMkLst>
            <pc:docMk/>
            <pc:sldMasterMk cId="2740475121" sldId="2147483851"/>
            <pc:sldLayoutMk cId="2766385754" sldId="2147483846"/>
          </pc:sldLayoutMkLst>
          <pc:spChg chg="mod">
            <ac:chgData name="Victor Mushkatin" userId="477e917c-2c56-40a2-8217-2c18f48381cf" providerId="ADAL" clId="{EF01442C-DAAA-4D21-B1C0-B861AC057066}" dt="2026-02-11T15:58:29.923" v="45" actId="20577"/>
            <ac:spMkLst>
              <pc:docMk/>
              <pc:sldMasterMk cId="2740475121" sldId="2147483851"/>
              <pc:sldLayoutMk cId="2766385754" sldId="2147483846"/>
              <ac:spMk id="4" creationId="{6A3C21B8-F272-88BA-F330-40396307E593}"/>
            </ac:spMkLst>
          </pc:spChg>
          <pc:spChg chg="ord">
            <ac:chgData name="Victor Mushkatin" userId="477e917c-2c56-40a2-8217-2c18f48381cf" providerId="ADAL" clId="{EF01442C-DAAA-4D21-B1C0-B861AC057066}" dt="2026-02-11T15:58:18.700" v="34" actId="166"/>
            <ac:spMkLst>
              <pc:docMk/>
              <pc:sldMasterMk cId="2740475121" sldId="2147483851"/>
              <pc:sldLayoutMk cId="2766385754" sldId="2147483846"/>
              <ac:spMk id="10" creationId="{3A7E5B63-5EFD-B611-5A09-66C89C57B827}"/>
            </ac:spMkLst>
          </pc:spChg>
          <pc:picChg chg="del">
            <ac:chgData name="Victor Mushkatin" userId="477e917c-2c56-40a2-8217-2c18f48381cf" providerId="ADAL" clId="{EF01442C-DAAA-4D21-B1C0-B861AC057066}" dt="2026-02-11T15:58:11.775" v="32" actId="478"/>
            <ac:picMkLst>
              <pc:docMk/>
              <pc:sldMasterMk cId="2740475121" sldId="2147483851"/>
              <pc:sldLayoutMk cId="2766385754" sldId="2147483846"/>
              <ac:picMk id="8" creationId="{2F0089A6-838A-64E3-5E51-11E55B9F7104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9:21.337" v="53" actId="1076"/>
          <pc:sldLayoutMkLst>
            <pc:docMk/>
            <pc:sldMasterMk cId="2740475121" sldId="2147483851"/>
            <pc:sldLayoutMk cId="1106304698" sldId="2147483863"/>
          </pc:sldLayoutMkLst>
          <pc:spChg chg="mod">
            <ac:chgData name="Victor Mushkatin" userId="477e917c-2c56-40a2-8217-2c18f48381cf" providerId="ADAL" clId="{EF01442C-DAAA-4D21-B1C0-B861AC057066}" dt="2026-02-11T15:59:03.674" v="52"/>
            <ac:spMkLst>
              <pc:docMk/>
              <pc:sldMasterMk cId="2740475121" sldId="2147483851"/>
              <pc:sldLayoutMk cId="1106304698" sldId="2147483863"/>
              <ac:spMk id="46" creationId="{C7F0FD75-569F-E2A4-1780-559BA9192651}"/>
            </ac:spMkLst>
          </pc:spChg>
          <pc:picChg chg="add mod">
            <ac:chgData name="Victor Mushkatin" userId="477e917c-2c56-40a2-8217-2c18f48381cf" providerId="ADAL" clId="{EF01442C-DAAA-4D21-B1C0-B861AC057066}" dt="2026-02-11T15:59:21.337" v="53" actId="1076"/>
            <ac:picMkLst>
              <pc:docMk/>
              <pc:sldMasterMk cId="2740475121" sldId="2147483851"/>
              <pc:sldLayoutMk cId="1106304698" sldId="2147483863"/>
              <ac:picMk id="2" creationId="{7190E580-48B6-8889-C712-F55AF96F2EAB}"/>
            </ac:picMkLst>
          </pc:picChg>
          <pc:picChg chg="del">
            <ac:chgData name="Victor Mushkatin" userId="477e917c-2c56-40a2-8217-2c18f48381cf" providerId="ADAL" clId="{EF01442C-DAAA-4D21-B1C0-B861AC057066}" dt="2026-02-11T15:56:53.567" v="0" actId="478"/>
            <ac:picMkLst>
              <pc:docMk/>
              <pc:sldMasterMk cId="2740475121" sldId="2147483851"/>
              <pc:sldLayoutMk cId="1106304698" sldId="2147483863"/>
              <ac:picMk id="10" creationId="{A6129A2C-1600-2AE8-18F6-270086B94708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9.946" v="51"/>
          <pc:sldLayoutMkLst>
            <pc:docMk/>
            <pc:sldMasterMk cId="2740475121" sldId="2147483851"/>
            <pc:sldLayoutMk cId="2226307857" sldId="2147483864"/>
          </pc:sldLayoutMkLst>
          <pc:spChg chg="mod">
            <ac:chgData name="Victor Mushkatin" userId="477e917c-2c56-40a2-8217-2c18f48381cf" providerId="ADAL" clId="{EF01442C-DAAA-4D21-B1C0-B861AC057066}" dt="2026-02-11T15:58:59.946" v="51"/>
            <ac:spMkLst>
              <pc:docMk/>
              <pc:sldMasterMk cId="2740475121" sldId="2147483851"/>
              <pc:sldLayoutMk cId="2226307857" sldId="2147483864"/>
              <ac:spMk id="7" creationId="{19B28D10-433B-5DBD-D2AE-031E34AEA199}"/>
            </ac:spMkLst>
          </pc:spChg>
          <pc:picChg chg="del">
            <ac:chgData name="Victor Mushkatin" userId="477e917c-2c56-40a2-8217-2c18f48381cf" providerId="ADAL" clId="{EF01442C-DAAA-4D21-B1C0-B861AC057066}" dt="2026-02-11T15:57:09.926" v="5" actId="478"/>
            <ac:picMkLst>
              <pc:docMk/>
              <pc:sldMasterMk cId="2740475121" sldId="2147483851"/>
              <pc:sldLayoutMk cId="2226307857" sldId="2147483864"/>
              <ac:picMk id="4" creationId="{A286F64B-DE35-F3F9-01B6-3192D7442E01}"/>
            </ac:picMkLst>
          </pc:picChg>
          <pc:picChg chg="add mod">
            <ac:chgData name="Victor Mushkatin" userId="477e917c-2c56-40a2-8217-2c18f48381cf" providerId="ADAL" clId="{EF01442C-DAAA-4D21-B1C0-B861AC057066}" dt="2026-02-11T15:57:10.829" v="6"/>
            <ac:picMkLst>
              <pc:docMk/>
              <pc:sldMasterMk cId="2740475121" sldId="2147483851"/>
              <pc:sldLayoutMk cId="2226307857" sldId="2147483864"/>
              <ac:picMk id="6" creationId="{96872147-5ADB-2956-8E11-F2D3C471A38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1.912" v="50"/>
          <pc:sldLayoutMkLst>
            <pc:docMk/>
            <pc:sldMasterMk cId="2740475121" sldId="2147483851"/>
            <pc:sldLayoutMk cId="1411614083" sldId="2147483866"/>
          </pc:sldLayoutMkLst>
          <pc:spChg chg="mod">
            <ac:chgData name="Victor Mushkatin" userId="477e917c-2c56-40a2-8217-2c18f48381cf" providerId="ADAL" clId="{EF01442C-DAAA-4D21-B1C0-B861AC057066}" dt="2026-02-11T15:58:51.912" v="50"/>
            <ac:spMkLst>
              <pc:docMk/>
              <pc:sldMasterMk cId="2740475121" sldId="2147483851"/>
              <pc:sldLayoutMk cId="1411614083" sldId="2147483866"/>
              <ac:spMk id="3" creationId="{985482AA-3FC3-2551-3928-D27FE4A4AB6C}"/>
            </ac:spMkLst>
          </pc:spChg>
          <pc:spChg chg="mod">
            <ac:chgData name="Victor Mushkatin" userId="477e917c-2c56-40a2-8217-2c18f48381cf" providerId="ADAL" clId="{EF01442C-DAAA-4D21-B1C0-B861AC057066}" dt="2026-02-11T15:57:33.295" v="15" actId="20577"/>
            <ac:spMkLst>
              <pc:docMk/>
              <pc:sldMasterMk cId="2740475121" sldId="2147483851"/>
              <pc:sldLayoutMk cId="1411614083" sldId="2147483866"/>
              <ac:spMk id="28" creationId="{09E69095-AB30-3A73-3E9B-2FB7141AD3C1}"/>
            </ac:spMkLst>
          </pc:spChg>
          <pc:spChg chg="mod">
            <ac:chgData name="Victor Mushkatin" userId="477e917c-2c56-40a2-8217-2c18f48381cf" providerId="ADAL" clId="{EF01442C-DAAA-4D21-B1C0-B861AC057066}" dt="2026-02-11T15:57:37.839" v="22" actId="20577"/>
            <ac:spMkLst>
              <pc:docMk/>
              <pc:sldMasterMk cId="2740475121" sldId="2147483851"/>
              <pc:sldLayoutMk cId="1411614083" sldId="2147483866"/>
              <ac:spMk id="37" creationId="{9DE09D20-1BA2-C1CE-4FA3-B1F1353E3A07}"/>
            </ac:spMkLst>
          </pc:spChg>
          <pc:picChg chg="add mod">
            <ac:chgData name="Victor Mushkatin" userId="477e917c-2c56-40a2-8217-2c18f48381cf" providerId="ADAL" clId="{EF01442C-DAAA-4D21-B1C0-B861AC057066}" dt="2026-02-11T15:57:25.645" v="8"/>
            <ac:picMkLst>
              <pc:docMk/>
              <pc:sldMasterMk cId="2740475121" sldId="2147483851"/>
              <pc:sldLayoutMk cId="1411614083" sldId="2147483866"/>
              <ac:picMk id="6" creationId="{127600EA-5A7A-5E42-AB29-CCA9C3C8C69F}"/>
            </ac:picMkLst>
          </pc:picChg>
          <pc:picChg chg="del">
            <ac:chgData name="Victor Mushkatin" userId="477e917c-2c56-40a2-8217-2c18f48381cf" providerId="ADAL" clId="{EF01442C-DAAA-4D21-B1C0-B861AC057066}" dt="2026-02-11T15:57:24.591" v="7" actId="478"/>
            <ac:picMkLst>
              <pc:docMk/>
              <pc:sldMasterMk cId="2740475121" sldId="2147483851"/>
              <pc:sldLayoutMk cId="1411614083" sldId="2147483866"/>
              <ac:picMk id="21" creationId="{CEA19876-6C2A-860E-A875-C55632FDD09C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7869-C0CF-F069-A933-5613E5F4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AABE7-B419-218A-90C0-3E52A166D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16FAE-B15C-3782-A732-312A1562B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9FBFE-9EB8-EBBE-F4D0-5551D61BA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616C-744C-5124-1E76-E2FF39A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8CF36-9DD8-5DEB-1A29-0C4149CF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31FB6-E04E-7938-9AF4-B1A4FD8FC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1BB57-85DA-FCF0-6917-264FB2A93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650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3E1C-689F-177F-BDE9-636CC80F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D13F-5D9F-B7E3-5BB6-29D13E810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37CFB-7A64-77E2-E1B7-F249C54E2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CB082-70A1-396C-90D9-F6C21A32A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418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C02B-D333-689F-A939-A7C055B3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047E1-7477-AA29-908F-75FE3C73E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11DD8-B028-BB03-4D49-15DC438AB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2C7EA-5B6C-9305-E1CC-FB9DB476A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024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5BB3-274F-6A46-4107-35A3E69F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3AD09-83DE-D6D2-CD1F-A9598DD9A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7D78A-BE28-0666-B965-9BE1176C8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B8157-5723-DAC6-1F0F-040E89C7C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21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2721-833C-4B53-1B3C-EB71E991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64453-B701-7BF2-B352-EFCF66F79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7C64D-454B-28E9-7A75-D71595409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E9A0-BFDB-57E0-D8A9-FF389E68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63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3BB3A-E0E9-38D4-F80E-FB2D2774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AF33B-AFDB-1D06-1F28-4109732E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A376A-AA59-C281-AD58-EBE28D98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C51D3-DB64-DE61-8531-4E6495A3D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249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2B0A-C582-66EB-5184-EBF65E6F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6CA1A-C2D4-0750-A275-C11FB6A7F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9CAE7-7961-EB7A-647C-24A64AEBA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7A761-63E7-A2AC-7BBB-E70EE890E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AFDD8-4E5D-4E93-B60B-2197BC3BCD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8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acode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E1C-9CD2-4C9E-4E73-3427B755B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4516F-F998-0526-13DF-EDB8885F1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05B2-4367-8B47-4056-4486FAE53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82E9A-9B82-CCFF-012E-DB6149F5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447C-0D7B-9FF4-A4E0-DC2118DC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9544"/>
      </p:ext>
    </p:extLst>
  </p:cSld>
  <p:clrMapOvr>
    <a:masterClrMapping/>
  </p:clrMapOvr>
  <p:hf hdr="0" dt="0"/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4D16-2F09-D92C-C686-DBB0641D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57E0E-D00A-D29A-29E9-95A1E6811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1318-4A3A-4FC8-17A4-AAB288B6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8C195-81A0-1F08-B9B3-89DEC53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FC38C-5124-6960-7648-1200507D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12332"/>
      </p:ext>
    </p:extLst>
  </p:cSld>
  <p:clrMapOvr>
    <a:masterClrMapping/>
  </p:clrMapOvr>
  <p:hf hdr="0" dt="0"/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0A2C6-4E53-C764-F909-E155EB31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94EEF-B13E-4567-E939-649189E4D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386E-5097-0BFB-6187-E7BADF72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5FC78-3C47-3D4A-5B5E-7D8CCF7D6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348E0-0D2D-ECCA-17AB-88301865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40658"/>
      </p:ext>
    </p:extLst>
  </p:cSld>
  <p:clrMapOvr>
    <a:masterClrMapping/>
  </p:clrMapOvr>
  <p:hf hdr="0" dt="0"/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BBE2-3458-EE9C-AF22-C9F659B3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923C-377C-8426-A10C-FC08DF826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9F0B5-FAC4-1181-F7A9-3F267E11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74C2A-F41D-603A-CDB4-44501FFA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A976C-E013-653E-26AF-FE2F056C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7C4A-AC5F-8A41-94A2-9E80618C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67353"/>
      </p:ext>
    </p:extLst>
  </p:cSld>
  <p:clrMapOvr>
    <a:masterClrMapping/>
  </p:clrMapOvr>
  <p:hf hdr="0" dt="0"/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4A45-2394-F3C4-699A-64E020F7A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7EBC5-E1B4-A933-AF72-E1521283B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93EA8-F95C-3C81-5E09-9853634D2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03D2B-1A0A-036A-A5F1-4BF03A971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FB24A-C85E-2972-9E23-3B2843746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94BCE-070E-8ADA-635B-FC10A5B2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2822A-F062-B99B-80A8-078C8EB1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0EA1E-24CF-790E-0DF6-512EAA11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23469"/>
      </p:ext>
    </p:extLst>
  </p:cSld>
  <p:clrMapOvr>
    <a:masterClrMapping/>
  </p:clrMapOvr>
  <p:hf hdr="0" dt="0"/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2283-B831-C77A-8BF4-31763B7F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44393-E610-8C0D-2EB7-EAC48748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1095A-0351-809F-DBE5-A240BF64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B2012-A2D2-BB60-6BF3-3440B602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87445"/>
      </p:ext>
    </p:extLst>
  </p:cSld>
  <p:clrMapOvr>
    <a:masterClrMapping/>
  </p:clrMapOvr>
  <p:hf hdr="0" dt="0"/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213C2-E58F-76B3-1B31-C7EECFEB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E24D7-1826-3A37-CF74-BAEAFCE9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98423-C435-9D4A-62DB-C37B3C83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1864"/>
      </p:ext>
    </p:extLst>
  </p:cSld>
  <p:clrMapOvr>
    <a:masterClrMapping/>
  </p:clrMapOvr>
  <p:hf hdr="0" dt="0"/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C3B7F-620C-C07D-27EA-1524FD5D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D543-3B75-A829-C99F-ADC31FE37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7CB74-4067-A4A1-5C85-516535581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FF5EC-7556-9AEB-B20F-D10B65D2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EAC61-35A6-A327-23BC-4C5C5DCC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8662C-85E2-30DF-2A08-2A5D331D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08306"/>
      </p:ext>
    </p:extLst>
  </p:cSld>
  <p:clrMapOvr>
    <a:masterClrMapping/>
  </p:clrMapOvr>
  <p:hf hdr="0" dt="0"/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C665-C3E9-AEC0-6B78-4CE1DD74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170F1-DBC0-8523-2211-E3F216717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3911F-5477-3830-2176-FAF738058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B3C4-35FA-FC65-CF6A-B9C036EA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D9FA8-CDF8-A5AA-9867-B061FC3B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B9FC0-03E8-1C5E-4720-D5F0EC02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10821"/>
      </p:ext>
    </p:extLst>
  </p:cSld>
  <p:clrMapOvr>
    <a:masterClrMapping/>
  </p:clrMapOvr>
  <p:hf hdr="0" dt="0"/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B2A1-B0B7-04F8-9069-A11DB441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CA78F-3D13-1AB5-0CCC-555F2976D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B1467-E7AE-DB3A-F232-596F2485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0A798-1173-15E0-B2A1-F66183A5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4F0FC-55B5-7544-60C4-758712C9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69806"/>
      </p:ext>
    </p:extLst>
  </p:cSld>
  <p:clrMapOvr>
    <a:masterClrMapping/>
  </p:clrMapOvr>
  <p:hf hdr="0" dt="0"/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A3AFE-93FA-B8E3-7321-55D72A5E6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1AF2B-0C53-A9D5-7089-1CBAFCB8E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7B1E-8C62-25F7-62F3-D6DA9D7A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0C3B4-46B2-46BD-8DA9-C1C141DE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D6DF9-DB7C-7449-8E08-8C6D965C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04799"/>
      </p:ext>
    </p:extLst>
  </p:cSld>
  <p:clrMapOvr>
    <a:masterClrMapping/>
  </p:clrMapOvr>
  <p:hf hdr="0" dt="0"/>
</p:sldLayout>
</file>

<file path=ppt/slideLayouts/slideLayout1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Leader title or presenter name</a:t>
            </a:r>
            <a:endParaRPr lang="en-ZA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190E580-48B6-8889-C712-F55AF96F2E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8" y="379085"/>
            <a:ext cx="4126277" cy="194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04698"/>
      </p:ext>
    </p:extLst>
  </p:cSld>
  <p:clrMapOvr>
    <a:masterClrMapping/>
  </p:clrMapOvr>
</p:sldLayout>
</file>

<file path=ppt/slideLayouts/slideLayout13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96872147-5ADB-2956-8E11-F2D3C471A3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07857"/>
      </p:ext>
    </p:extLst>
  </p:cSld>
  <p:clrMapOvr>
    <a:masterClrMapping/>
  </p:clrMapOvr>
</p:sldLayout>
</file>

<file path=ppt/slideLayouts/slideLayout14.xml><?xml version="1.0" encoding="utf-8"?>
<p:sldLayout xmlns:a16="http://schemas.microsoft.com/office/drawing/2014/main" xmlns:a14="http://schemas.microsoft.com/office/drawing/2010/main" xmlns:ahyp="http://schemas.microsoft.com/office/drawing/2018/hyperlinkcolor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 dirty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 dirty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27600EA-5A7A-5E42-AB29-CCA9C3C8C69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14083"/>
      </p:ext>
    </p:extLst>
  </p:cSld>
  <p:clrMapOvr>
    <a:masterClrMapping/>
  </p:clrMapOvr>
</p:sldLayout>
</file>

<file path=ppt/slideLayouts/slideLayout15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Tertiary Section Intro</a:t>
            </a:r>
            <a:endParaRPr lang="en-ZA" dirty="0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Name of expert or presenter of section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5671375D-3DD0-9A89-1F14-70FE4BCA66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16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Title of the Slide</a:t>
            </a:r>
            <a:endParaRPr lang="en-ZA" dirty="0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Two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One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Three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Four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 dirty="0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0C4123F0-FF29-5A44-692E-FC9CF8474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17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pic>
        <p:nvPicPr>
          <p:cNvPr id="8" name="Picture 7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F51A61E-878E-5B43-B854-28A46D10C7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18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No Eyebrow</a:t>
            </a:r>
            <a:endParaRPr lang="en-Z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41796784-408A-2E43-D860-213C123531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19.xml><?xml version="1.0" encoding="utf-8"?>
<p:sldLayout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292B2-21FC-9E9C-7AE8-48BD0140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84108-B412-9BB4-86AC-F50F5E4C5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5084C-278A-75EF-FD62-B08438BF8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606E-39CE-23D4-371D-A5DD38E8E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A159C-9D5D-BC72-1DAE-09E11D9FE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7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6" r:id="rId14"/>
    <p:sldLayoutId id="2147483843" r:id="rId15"/>
    <p:sldLayoutId id="2147483844" r:id="rId16"/>
    <p:sldLayoutId id="2147483845" r:id="rId17"/>
    <p:sldLayoutId id="2147483785" r:id="rId18"/>
    <p:sldLayoutId id="2147483846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sz="4800" spc="50" dirty="0">
                <a:latin typeface="Roboto"/>
                <a:ea typeface="Roboto"/>
                <a:cs typeface="Roboto"/>
              </a:rPr>
              <a:t>Azure Cost Optimization Project Resul</a:t>
            </a:r>
            <a:r>
              <a:rPr lang="pl-PL" sz="4800" spc="50" dirty="0">
                <a:latin typeface="Roboto"/>
                <a:ea typeface="Roboto"/>
                <a:cs typeface="Roboto"/>
              </a:rPr>
              <a:t>ts &amp; Next Steps</a:t>
            </a:r>
          </a:p>
        </p:txBody>
      </p:sp>
      <p:sp>
        <p:nvSpPr>
          <p:cNvPr id="2" name="Подзаголовок 3">
            <a:extLst>
              <a:ext uri="{FF2B5EF4-FFF2-40B4-BE49-F238E27FC236}">
                <a16:creationId xmlns:a16="http://schemas.microsoft.com/office/drawing/2014/main" id="{2A092C7C-F82D-D901-BCDF-ADA3F933033E}"/>
              </a:ext>
            </a:extLst>
          </p:cNvPr>
          <p:cNvSpPr txBox="1">
            <a:spLocks/>
          </p:cNvSpPr>
          <p:nvPr/>
        </p:nvSpPr>
        <p:spPr>
          <a:xfrm>
            <a:off x="591634" y="2539814"/>
            <a:ext cx="10479778" cy="115364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Adventure Works</a:t>
            </a:r>
            <a:r>
              <a:rPr lang="en-US" sz="4800" spc="50" dirty="0" err="1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/>
            </a:r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/>
            </a:r>
            <a:endParaRPr lang="pl-PL" sz="4800" spc="50" dirty="0">
              <a:solidFill>
                <a:schemeClr val="accent1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 dirty="0"/>
              <a:t>Agenda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32711" y="4139734"/>
            <a:ext cx="2152480" cy="647250"/>
          </a:xfr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i="0" u="none" strike="noStrike" kern="1200" cap="none" spc="0" normalizeH="0" baseline="0" noProof="0" dirty="0">
                <a:ln>
                  <a:noFill/>
                </a:ln>
                <a:solidFill>
                  <a:srgbClr val="20465F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Project Results</a:t>
            </a:r>
            <a:endParaRPr kumimoji="0" lang="en-ZA" i="0" u="none" strike="noStrike" kern="1200" cap="none" spc="0" normalizeH="0" baseline="0" noProof="0" dirty="0">
              <a:ln>
                <a:noFill/>
              </a:ln>
              <a:solidFill>
                <a:srgbClr val="20465F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5397" y="2456064"/>
            <a:ext cx="1569466" cy="156946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23532D7-5C16-21DC-2E0A-AC04542B0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1370" y="2520676"/>
            <a:ext cx="2209260" cy="1504854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364D6B-B85C-D2C8-620A-47DDF42CC61C}"/>
              </a:ext>
            </a:extLst>
          </p:cNvPr>
          <p:cNvSpPr txBox="1">
            <a:spLocks/>
          </p:cNvSpPr>
          <p:nvPr/>
        </p:nvSpPr>
        <p:spPr>
          <a:xfrm>
            <a:off x="5171778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l-PL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Cost Savings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2CA80C-55BB-C3B8-5143-61654567B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55699" y="2520676"/>
            <a:ext cx="1504854" cy="1504854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80B700D-20D9-16B7-A07E-401078100D5A}"/>
              </a:ext>
            </a:extLst>
          </p:cNvPr>
          <p:cNvSpPr txBox="1">
            <a:spLocks/>
          </p:cNvSpPr>
          <p:nvPr/>
        </p:nvSpPr>
        <p:spPr>
          <a:xfrm>
            <a:off x="8655699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Next Steps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D712-CF9B-C13F-5202-C38FA576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2FAA5A-C2E1-9914-59FE-8608F6546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5477378" cy="461665"/>
          </a:xfrm>
        </p:spPr>
        <p:txBody>
          <a:bodyPr/>
          <a:lstStyle/>
          <a:p>
            <a:r>
              <a:rPr lang="pl-PL" dirty="0"/>
              <a:t>Where we started?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7DB2033-8416-6168-DA9D-B51D5250F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211353-AC90-7D96-6D4F-ADC6612A3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38243"/>
              </p:ext>
            </p:extLst>
          </p:nvPr>
        </p:nvGraphicFramePr>
        <p:xfrm>
          <a:off x="1040123" y="2087082"/>
          <a:ext cx="10111754" cy="94740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6546986">
                  <a:extLst>
                    <a:ext uri="{9D8B030D-6E8A-4147-A177-3AD203B41FA5}">
                      <a16:colId xmlns:a16="http://schemas.microsoft.com/office/drawing/2014/main" val="3386276721"/>
                    </a:ext>
                  </a:extLst>
                </a:gridCol>
                <a:gridCol w="3564768">
                  <a:extLst>
                    <a:ext uri="{9D8B030D-6E8A-4147-A177-3AD203B41FA5}">
                      <a16:colId xmlns:a16="http://schemas.microsoft.com/office/drawing/2014/main" val="3790283616"/>
                    </a:ext>
                  </a:extLst>
                </a:gridCol>
              </a:tblGrid>
              <a:tr h="19743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pl-PL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Subscription Name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Subscription 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6585766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db5dc6a8-7519-440a-8c34-34caa0c1027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950331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 EU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515839c7-9de2-46a6-9b92-e5fca2d657c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1754925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VBox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 Cloud Subscription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06a858d7-ce3e-4192-b149-d3ef1dfeac98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5664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649827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B170-3BF7-71F8-7C35-6E466BD3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7672C0-AB14-1B65-B21D-3EA800F5C6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2A2833-A7FB-A2BA-EA72-BEF36B3556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3F2A6-233A-6A50-0ED3-EFFDD6CEE972}"/>
              </a:ext>
            </a:extLst>
          </p:cNvPr>
          <p:cNvSpPr txBox="1"/>
          <p:nvPr/>
        </p:nvSpPr>
        <p:spPr>
          <a:xfrm>
            <a:off x="94402" y="1853397"/>
            <a:ext cx="10479257" cy="2188676"/>
          </a:xfrm>
          <a:prstGeom prst="rect">
            <a:avLst/>
          </a:prstGeom>
          <a:noFill/>
        </p:spPr>
        <p:txBody>
          <a:bodyPr wrap="square" lIns="138176" tIns="69088" rIns="138176" bIns="69088" rtlCol="0" anchor="t">
            <a:spAutoFit/>
          </a:bodyPr>
          <a:lstStyle/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Optimized resources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Backlog of future optimizations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The process of on-going improvements</a:t>
            </a:r>
          </a:p>
          <a:p>
            <a:pPr>
              <a:spcAft>
                <a:spcPts val="1813"/>
              </a:spcAft>
            </a:pPr>
            <a:endParaRPr lang="en-US" sz="2417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08127060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103C-EFE5-563E-4AEA-67BE8B16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4337C7-87EE-63CF-274B-A22F94ABB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AE69EC5-CDCB-75D7-13BC-03DCB4D35C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11CACB0B-B3DC-9BE2-DD2E-1263014D86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8780490"/>
              </p:ext>
            </p:extLst>
          </p:nvPr>
        </p:nvGraphicFramePr>
        <p:xfrm>
          <a:off x="1713780" y="2549174"/>
          <a:ext cx="8764439" cy="276733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151872">
                  <a:extLst>
                    <a:ext uri="{9D8B030D-6E8A-4147-A177-3AD203B41FA5}">
                      <a16:colId xmlns:a16="http://schemas.microsoft.com/office/drawing/2014/main" val="4006632382"/>
                    </a:ext>
                  </a:extLst>
                </a:gridCol>
                <a:gridCol w="3612567">
                  <a:extLst>
                    <a:ext uri="{9D8B030D-6E8A-4147-A177-3AD203B41FA5}">
                      <a16:colId xmlns:a16="http://schemas.microsoft.com/office/drawing/2014/main" val="3518689523"/>
                    </a:ext>
                  </a:extLst>
                </a:gridCol>
              </a:tblGrid>
              <a:tr h="5534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Key Performance Indicators (KPI)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633909812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</a:t>
                      </a:r>
                      <a:r>
                        <a:rPr lang="pl-PL" sz="2400" dirty="0">
                          <a:solidFill>
                            <a:schemeClr val="tx1"/>
                          </a:solidFill>
                        </a:rPr>
                        <a:t>created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0866386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completed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5425811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Optimized Resources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016187173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Total Savings</a:t>
                      </a:r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 (Annual)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$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354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387784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CD1299-FABC-AE3A-0651-7C338644AF82}"/>
              </a:ext>
            </a:extLst>
          </p:cNvPr>
          <p:cNvSpPr txBox="1"/>
          <p:nvPr/>
        </p:nvSpPr>
        <p:spPr>
          <a:xfrm>
            <a:off x="4307874" y="5462166"/>
            <a:ext cx="4109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ROI = 0.5 months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B369CA-34A0-7C60-B473-ECC27E5F8314}"/>
              </a:ext>
            </a:extLst>
          </p:cNvPr>
          <p:cNvGrpSpPr/>
          <p:nvPr/>
        </p:nvGrpSpPr>
        <p:grpSpPr>
          <a:xfrm>
            <a:off x="517980" y="1437846"/>
            <a:ext cx="2373511" cy="917765"/>
            <a:chOff x="229091" y="1473448"/>
            <a:chExt cx="2373511" cy="9177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BEEE79-55E1-03B5-E491-D263330F78E0}"/>
                </a:ext>
              </a:extLst>
            </p:cNvPr>
            <p:cNvSpPr/>
            <p:nvPr/>
          </p:nvSpPr>
          <p:spPr>
            <a:xfrm>
              <a:off x="229091" y="149120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C85891-997D-DEB0-2979-D59EA59E80CC}"/>
                </a:ext>
              </a:extLst>
            </p:cNvPr>
            <p:cNvSpPr txBox="1"/>
            <p:nvPr/>
          </p:nvSpPr>
          <p:spPr>
            <a:xfrm>
              <a:off x="728709" y="170806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$164,794.97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3DEBB0-6BB4-F637-CCFB-B584CAFF6EBE}"/>
                </a:ext>
              </a:extLst>
            </p:cNvPr>
            <p:cNvSpPr txBox="1"/>
            <p:nvPr/>
          </p:nvSpPr>
          <p:spPr>
            <a:xfrm>
              <a:off x="728709" y="147344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January 2026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060AB63-483D-7F84-FF59-87FA4F1CA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459" y="1698537"/>
              <a:ext cx="428685" cy="419158"/>
            </a:xfrm>
            <a:prstGeom prst="rect">
              <a:avLst/>
            </a:prstGeom>
            <a:ln>
              <a:noFill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FEA4174-665B-B0E4-371A-119037F29D23}"/>
                </a:ext>
              </a:extLst>
            </p:cNvPr>
            <p:cNvSpPr txBox="1"/>
            <p:nvPr/>
          </p:nvSpPr>
          <p:spPr>
            <a:xfrm>
              <a:off x="727992" y="209261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Baseline Period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E599A4-4E30-48A4-4C4A-C8201D34D49F}"/>
              </a:ext>
            </a:extLst>
          </p:cNvPr>
          <p:cNvGrpSpPr/>
          <p:nvPr/>
        </p:nvGrpSpPr>
        <p:grpSpPr>
          <a:xfrm>
            <a:off x="3190531" y="1420091"/>
            <a:ext cx="2373511" cy="917765"/>
            <a:chOff x="3158024" y="1246858"/>
            <a:chExt cx="2373511" cy="91776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D00F4-E572-5C4F-D053-0A625C5DE5C8}"/>
                </a:ext>
              </a:extLst>
            </p:cNvPr>
            <p:cNvSpPr/>
            <p:nvPr/>
          </p:nvSpPr>
          <p:spPr>
            <a:xfrm>
              <a:off x="3158024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3AC7AF-CC62-10CA-F016-A47AE9A58F95}"/>
                </a:ext>
              </a:extLst>
            </p:cNvPr>
            <p:cNvSpPr txBox="1"/>
            <p:nvPr/>
          </p:nvSpPr>
          <p:spPr>
            <a:xfrm>
              <a:off x="3657642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$71,772.86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EE47BC-708E-7B45-962E-D8B33AA9A929}"/>
                </a:ext>
              </a:extLst>
            </p:cNvPr>
            <p:cNvSpPr txBox="1"/>
            <p:nvPr/>
          </p:nvSpPr>
          <p:spPr>
            <a:xfrm>
              <a:off x="3657642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February 2026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A4E6C0-2A8B-1E0E-E598-882008F8D52D}"/>
                </a:ext>
              </a:extLst>
            </p:cNvPr>
            <p:cNvSpPr txBox="1"/>
            <p:nvPr/>
          </p:nvSpPr>
          <p:spPr>
            <a:xfrm>
              <a:off x="3656925" y="186602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Comparison Period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5B96BD7-3028-23FB-109D-457E4B4C4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6387" y="1456157"/>
              <a:ext cx="409632" cy="419158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9269A6-D335-4350-6E2F-71B436874633}"/>
              </a:ext>
            </a:extLst>
          </p:cNvPr>
          <p:cNvGrpSpPr/>
          <p:nvPr/>
        </p:nvGrpSpPr>
        <p:grpSpPr>
          <a:xfrm>
            <a:off x="9163671" y="1420091"/>
            <a:ext cx="2373511" cy="917765"/>
            <a:chOff x="9163671" y="1246858"/>
            <a:chExt cx="2373511" cy="91776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3A286FF-EE68-1F6E-496A-BA13E0630B57}"/>
                </a:ext>
              </a:extLst>
            </p:cNvPr>
            <p:cNvSpPr/>
            <p:nvPr/>
          </p:nvSpPr>
          <p:spPr>
            <a:xfrm>
              <a:off x="9163671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4AADE7-A26D-7C7C-6B00-F7F5413088E6}"/>
                </a:ext>
              </a:extLst>
            </p:cNvPr>
            <p:cNvSpPr txBox="1"/>
            <p:nvPr/>
          </p:nvSpPr>
          <p:spPr>
            <a:xfrm>
              <a:off x="9663289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$2,563.32</a:t>
              </a:r>
              <a:r>
                <a:rPr lang="en-US" sz="1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/day</a:t>
              </a:r>
              <a:endParaRPr lang="en-US" sz="20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BF9CB7-1066-88DC-95BE-EC3C4ED43006}"/>
                </a:ext>
              </a:extLst>
            </p:cNvPr>
            <p:cNvSpPr txBox="1"/>
            <p:nvPr/>
          </p:nvSpPr>
          <p:spPr>
            <a:xfrm>
              <a:off x="9663289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Average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04544FC-12A5-ECE6-8BEE-0086FF6BA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90488" y="1481471"/>
              <a:ext cx="371527" cy="428685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C659FD-EFCB-AD47-3C81-C4E4EF4053CD}"/>
              </a:ext>
            </a:extLst>
          </p:cNvPr>
          <p:cNvGrpSpPr/>
          <p:nvPr/>
        </p:nvGrpSpPr>
        <p:grpSpPr>
          <a:xfrm>
            <a:off x="5863082" y="1420091"/>
            <a:ext cx="3001549" cy="917765"/>
            <a:chOff x="6160848" y="1246858"/>
            <a:chExt cx="3001549" cy="91776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54BC7F8-3F4B-6F50-C11C-62984979E821}"/>
                </a:ext>
              </a:extLst>
            </p:cNvPr>
            <p:cNvSpPr/>
            <p:nvPr/>
          </p:nvSpPr>
          <p:spPr>
            <a:xfrm>
              <a:off x="6160848" y="1264613"/>
              <a:ext cx="3001549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379C44-FCE6-9A75-5024-282358F5EF14}"/>
                </a:ext>
              </a:extLst>
            </p:cNvPr>
            <p:cNvSpPr txBox="1"/>
            <p:nvPr/>
          </p:nvSpPr>
          <p:spPr>
            <a:xfrm>
              <a:off x="6660467" y="1481471"/>
              <a:ext cx="160810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-$93,022.11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37DB01-AD8E-391B-CF4F-28F0F52EE815}"/>
                </a:ext>
              </a:extLst>
            </p:cNvPr>
            <p:cNvSpPr txBox="1"/>
            <p:nvPr/>
          </p:nvSpPr>
          <p:spPr>
            <a:xfrm>
              <a:off x="6660466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Change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F31E54A-7B86-EB2A-036C-28D0693C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2346" y="1471947"/>
              <a:ext cx="428685" cy="419158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9558A7-8274-2ECE-78AA-2A211B47D427}"/>
                </a:ext>
              </a:extLst>
            </p:cNvPr>
            <p:cNvSpPr txBox="1"/>
            <p:nvPr/>
          </p:nvSpPr>
          <p:spPr>
            <a:xfrm>
              <a:off x="8211180" y="1526223"/>
              <a:ext cx="840508" cy="306597"/>
            </a:xfrm>
            <a:prstGeom prst="roundRect">
              <a:avLst>
                <a:gd name="adj" fmla="val 46051"/>
              </a:avLst>
            </a:prstGeom>
            <a:solidFill>
              <a:srgbClr val="EEFFE9"/>
            </a:solidFill>
            <a:ln w="19050">
              <a:solidFill>
                <a:srgbClr val="60CD39"/>
              </a:solidFill>
            </a:ln>
          </p:spPr>
          <p:txBody>
            <a:bodyPr wrap="none" rtlCol="0" anchor="ctr">
              <a:noAutofit/>
            </a:bodyPr>
            <a:lstStyle/>
            <a:p>
              <a:r>
                <a:rPr lang="en-US" sz="1200" b="1" dirty="0">
                  <a:solidFill>
                    <a:srgbClr val="60CD39"/>
                  </a:solidFill>
                  <a:latin typeface="Poppins Black" panose="00000A00000000000000" pitchFamily="2" charset="0"/>
                  <a:cs typeface="Poppins Black" panose="00000A00000000000000" pitchFamily="2" charset="0"/>
                </a:rPr>
                <a:t>↓</a:t>
              </a:r>
              <a:r>
                <a:rPr lang="en-US" sz="1200" dirty="0">
                  <a:solidFill>
                    <a:srgbClr val="60CD39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56.4%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1356902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1E2F5-11CA-96D3-EC25-FA20CFB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03F144-05D0-1B5D-8458-E9F4720B6F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Scope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FEA33A-3BBE-D4B4-BABD-D3CB39950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AE2BEE-F067-A339-4500-47ABA65C4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643616"/>
              </p:ext>
            </p:extLst>
          </p:nvPr>
        </p:nvGraphicFramePr>
        <p:xfrm>
          <a:off x="1410560" y="2201279"/>
          <a:ext cx="9370880" cy="273736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58543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1583051">
                  <a:extLst>
                    <a:ext uri="{9D8B030D-6E8A-4147-A177-3AD203B41FA5}">
                      <a16:colId xmlns:a16="http://schemas.microsoft.com/office/drawing/2014/main" val="2803199099"/>
                    </a:ext>
                  </a:extLst>
                </a:gridCol>
                <a:gridCol w="292928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Tasks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orphaned </a:t>
                      </a:r>
                      <a:r>
                        <a:rPr lang="pl-PL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resources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41970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Rigthsize Azure AI Search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27615729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Purchase reservations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24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913279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Downscale App Service Plans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1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16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8732653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Downscale or shutdown Virtual Machines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13700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033039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9A13A7-DBD8-6087-B708-E5FC9E5B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84A99-8226-E926-9993-BFDE893FA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en-US" dirty="0"/>
              <a:t>Muted Resources (</a:t>
            </a:r>
            <a:r>
              <a:rPr lang="pl-PL" dirty="0"/>
              <a:t>No/Low ROI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541DEFF-AD54-4E71-CE45-5DAB34C165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8D1862-3FCC-C555-8A94-9D194CD21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373113"/>
              </p:ext>
            </p:extLst>
          </p:nvPr>
        </p:nvGraphicFramePr>
        <p:xfrm>
          <a:off x="1031552" y="2020210"/>
          <a:ext cx="9117383" cy="36498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98417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261896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Migrate SQL Databases to Azure SQL Databases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913279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Switch to a cost-effective tier for Storage Accounts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15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13700619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unused Public IP addresses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6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43448307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Move resources to cheaper region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3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6771367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orphaned resources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9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81464444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Optimize storage redundancy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7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8694297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Configure pipeline for redeployment of deallocated disks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4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16068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672570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F614-6E98-A1D6-5A55-CD6E5425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2EA2AB-5059-33E7-FD91-E0762A56A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Backlog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6BF5206-C892-92B1-D931-74977F3E3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E3B37-7E99-E235-4EDA-526F41DAB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80" y="1891973"/>
            <a:ext cx="11370025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45370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29CF-A85D-97E6-5B91-EEB0FDCF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3F0065-7B8D-39D6-5C65-04B8C6128B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Future Potential Savings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A05C7EB-02C8-57FB-C6D5-2FDA4984B9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500F76-0BF7-D8E5-004B-3B5417314C22}"/>
              </a:ext>
            </a:extLst>
          </p:cNvPr>
          <p:cNvGrpSpPr/>
          <p:nvPr/>
        </p:nvGrpSpPr>
        <p:grpSpPr>
          <a:xfrm>
            <a:off x="490719" y="1510258"/>
            <a:ext cx="2335497" cy="900010"/>
            <a:chOff x="385482" y="4036291"/>
            <a:chExt cx="2335497" cy="9000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538E2B3-8E60-5306-E78A-D56A46B5A323}"/>
                </a:ext>
              </a:extLst>
            </p:cNvPr>
            <p:cNvSpPr/>
            <p:nvPr/>
          </p:nvSpPr>
          <p:spPr>
            <a:xfrm>
              <a:off x="385482" y="4036291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0112CF-783C-E460-0771-0A0CEBD99AB9}"/>
                </a:ext>
              </a:extLst>
            </p:cNvPr>
            <p:cNvSpPr txBox="1"/>
            <p:nvPr/>
          </p:nvSpPr>
          <p:spPr>
            <a:xfrm>
              <a:off x="385482" y="4308003"/>
              <a:ext cx="1664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</a:t>
              </a:r>
              <a:r>
                <a:rPr lang="ru-RU" sz="2800" b="1" dirty="0">
                  <a:cs typeface="Poppins SemiBold" panose="00000700000000000000" pitchFamily="2" charset="0"/>
                </a:rPr>
                <a:t>270</a:t>
              </a:r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,</a:t>
              </a:r>
              <a:r>
                <a:rPr lang="ru-RU" sz="2800" b="1" dirty="0">
                  <a:cs typeface="Poppins SemiBold" panose="00000700000000000000" pitchFamily="2" charset="0"/>
                </a:rPr>
                <a:t>818</a:t>
              </a:r>
              <a:endParaRPr lang="en-US" sz="2800" b="1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308DC93-CD0C-C378-7C84-9BB08E773046}"/>
                </a:ext>
              </a:extLst>
            </p:cNvPr>
            <p:cNvSpPr txBox="1"/>
            <p:nvPr/>
          </p:nvSpPr>
          <p:spPr>
            <a:xfrm>
              <a:off x="695139" y="4046393"/>
              <a:ext cx="17764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96919E"/>
                  </a:solidFill>
                </a:rPr>
                <a:t>Annual Potential Savings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693EEA-1173-97C3-8E5A-A0FA5D8D70D3}"/>
                </a:ext>
              </a:extLst>
            </p:cNvPr>
            <p:cNvSpPr txBox="1"/>
            <p:nvPr/>
          </p:nvSpPr>
          <p:spPr>
            <a:xfrm>
              <a:off x="2029550" y="4401814"/>
              <a:ext cx="586661" cy="297721"/>
            </a:xfrm>
            <a:prstGeom prst="roundRect">
              <a:avLst>
                <a:gd name="adj" fmla="val 37572"/>
              </a:avLst>
            </a:prstGeom>
            <a:solidFill>
              <a:srgbClr val="7E8599"/>
            </a:solidFill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14.5</a:t>
              </a:r>
              <a:r>
                <a:rPr lang="en-US" sz="1400" b="1" dirty="0">
                  <a:solidFill>
                    <a:schemeClr val="bg1"/>
                  </a:solidFill>
                </a:rPr>
                <a:t>%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5C4808-C7E6-951C-EF23-8A552A0AC50A}"/>
              </a:ext>
            </a:extLst>
          </p:cNvPr>
          <p:cNvGrpSpPr/>
          <p:nvPr/>
        </p:nvGrpSpPr>
        <p:grpSpPr>
          <a:xfrm>
            <a:off x="5002922" y="1510258"/>
            <a:ext cx="2089864" cy="900010"/>
            <a:chOff x="283881" y="4489735"/>
            <a:chExt cx="2335498" cy="9000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17C029-277B-63D6-EDB8-A42E21C5A10F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4610CC-59F1-A21B-B58B-BA93E425D27E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$1,868,452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A58C83-842B-6875-3866-7B8063A589C0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Current Cost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8C4F8B-E5FE-A714-3BCC-16C3E7115073}"/>
              </a:ext>
            </a:extLst>
          </p:cNvPr>
          <p:cNvGrpSpPr/>
          <p:nvPr/>
        </p:nvGrpSpPr>
        <p:grpSpPr>
          <a:xfrm>
            <a:off x="9733248" y="1520360"/>
            <a:ext cx="2089864" cy="900010"/>
            <a:chOff x="283881" y="4489735"/>
            <a:chExt cx="2335498" cy="90001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CB10D3-FD9E-AD09-60B1-E1407289E517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D6345E-0C3E-6A2C-8F87-931005952351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$1,597,633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FC7B46-6DBD-ECAA-B5E0-7E256411717C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Optimized Cost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C83BC9-253E-ED10-4078-E005EE349C7F}"/>
              </a:ext>
            </a:extLst>
          </p:cNvPr>
          <p:cNvSpPr txBox="1"/>
          <p:nvPr/>
        </p:nvSpPr>
        <p:spPr>
          <a:xfrm>
            <a:off x="3725823" y="1842649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9CA6B3"/>
                </a:solidFill>
              </a:rPr>
              <a:t>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77AA8C-C62A-9679-8BC8-04A2094AA8E3}"/>
              </a:ext>
            </a:extLst>
          </p:cNvPr>
          <p:cNvSpPr txBox="1"/>
          <p:nvPr/>
        </p:nvSpPr>
        <p:spPr>
          <a:xfrm>
            <a:off x="8202705" y="1781970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9CA6B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endParaRPr lang="en-US" sz="2400" b="1" dirty="0">
              <a:solidFill>
                <a:srgbClr val="9CA6B3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314E6B-5ED4-CA08-5EC7-C5F25DD91396}"/>
              </a:ext>
            </a:extLst>
          </p:cNvPr>
          <p:cNvSpPr/>
          <p:nvPr/>
        </p:nvSpPr>
        <p:spPr>
          <a:xfrm>
            <a:off x="536267" y="2878502"/>
            <a:ext cx="3427465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CD3F8-45AB-B55C-C208-6CE16A4A781F}"/>
              </a:ext>
            </a:extLst>
          </p:cNvPr>
          <p:cNvSpPr txBox="1"/>
          <p:nvPr/>
        </p:nvSpPr>
        <p:spPr>
          <a:xfrm>
            <a:off x="634036" y="3090995"/>
            <a:ext cx="17940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Estimated annual cost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11262B5-E232-9257-FEFC-8D67CB8FD6B4}"/>
              </a:ext>
            </a:extLst>
          </p:cNvPr>
          <p:cNvSpPr/>
          <p:nvPr/>
        </p:nvSpPr>
        <p:spPr>
          <a:xfrm>
            <a:off x="4061501" y="2888644"/>
            <a:ext cx="7594232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EC491-16D4-FD29-1DAC-50236E8FF37A}"/>
              </a:ext>
            </a:extLst>
          </p:cNvPr>
          <p:cNvSpPr txBox="1"/>
          <p:nvPr/>
        </p:nvSpPr>
        <p:spPr>
          <a:xfrm>
            <a:off x="4146447" y="3090995"/>
            <a:ext cx="26869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Cost Recommendations Strategies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0491A29-1EE7-540A-4500-694852AB1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512" y="3557736"/>
            <a:ext cx="7497221" cy="216247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F13793B-6752-D0AA-5B53-5A728738A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24" y="3429000"/>
            <a:ext cx="2495550" cy="237172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1503977-1745-2AC7-0D90-DAB77B56E3D2}"/>
              </a:ext>
            </a:extLst>
          </p:cNvPr>
          <p:cNvSpPr txBox="1"/>
          <p:nvPr/>
        </p:nvSpPr>
        <p:spPr>
          <a:xfrm>
            <a:off x="904455" y="3547639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AC93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10.95%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97F14E-C625-C99A-5C9F-962DE0621950}"/>
              </a:ext>
            </a:extLst>
          </p:cNvPr>
          <p:cNvSpPr txBox="1"/>
          <p:nvPr/>
        </p:nvSpPr>
        <p:spPr>
          <a:xfrm>
            <a:off x="2629639" y="5043062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5E8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90.05%</a:t>
            </a:r>
          </a:p>
        </p:txBody>
      </p:sp>
    </p:spTree>
    <p:extLst>
      <p:ext uri="{BB962C8B-B14F-4D97-AF65-F5344CB8AC3E}">
        <p14:creationId xmlns:p14="http://schemas.microsoft.com/office/powerpoint/2010/main" val="15472277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0182-E79A-C24A-3512-B60CA861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0BAD0AF6-D31F-BDBB-1B7C-586FC1CBC105}"/>
              </a:ext>
            </a:extLst>
          </p:cNvPr>
          <p:cNvSpPr txBox="1">
            <a:spLocks/>
          </p:cNvSpPr>
          <p:nvPr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Cloud Center of Excellence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5970A0F-39CE-E2A4-B631-2FFFE5B8F507}"/>
              </a:ext>
            </a:extLst>
          </p:cNvPr>
          <p:cNvSpPr txBox="1">
            <a:spLocks/>
          </p:cNvSpPr>
          <p:nvPr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Datum Cloud Insights</a:t>
            </a:r>
            <a:endParaRPr lang="en-Z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A10858-5338-E8A5-76C6-89A2A0C6F0FC}"/>
              </a:ext>
            </a:extLst>
          </p:cNvPr>
          <p:cNvGrpSpPr/>
          <p:nvPr/>
        </p:nvGrpSpPr>
        <p:grpSpPr>
          <a:xfrm>
            <a:off x="536268" y="1662544"/>
            <a:ext cx="3514142" cy="4430591"/>
            <a:chOff x="3777673" y="1662545"/>
            <a:chExt cx="3094182" cy="443059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CB06D6-8A2D-1095-631F-CACFDB619286}"/>
                </a:ext>
              </a:extLst>
            </p:cNvPr>
            <p:cNvGrpSpPr/>
            <p:nvPr/>
          </p:nvGrpSpPr>
          <p:grpSpPr>
            <a:xfrm>
              <a:off x="3927807" y="2868044"/>
              <a:ext cx="2209988" cy="3116965"/>
              <a:chOff x="1281357" y="1778331"/>
              <a:chExt cx="2209988" cy="311696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BD23488-7817-49CA-13C9-30ADFAF41BFF}"/>
                  </a:ext>
                </a:extLst>
              </p:cNvPr>
              <p:cNvGrpSpPr/>
              <p:nvPr/>
            </p:nvGrpSpPr>
            <p:grpSpPr>
              <a:xfrm>
                <a:off x="1289903" y="17783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C26CF1E1-1482-B616-5725-4C2498F4C1D6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8EE01912-2365-8B14-8761-2C961A5849BB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CA7CFE3-5608-BB76-3A2C-BF6CEC786574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10.95%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C20D2F7-2147-D84F-C261-36F348E42736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Potential Savings</a:t>
                    </a:r>
                  </a:p>
                </p:txBody>
              </p:sp>
            </p:grp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87C63C8C-4F37-B04C-534E-D01D0281E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A7EBAD2-E7D3-0E35-8A76-3D705F14C4A8}"/>
                  </a:ext>
                </a:extLst>
              </p:cNvPr>
              <p:cNvGrpSpPr/>
              <p:nvPr/>
            </p:nvGrpSpPr>
            <p:grpSpPr>
              <a:xfrm>
                <a:off x="1281357" y="39770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ABDF4F9-5AEA-CF98-40AA-8849844F5EEC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A234345-7EDC-4D08-22EB-0F0E43FCC3D8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6CFFA33-6EDD-D59B-041C-35B875414BED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72.3%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96AD570-61F1-DDBF-A275-A489354D68A7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Budget Utilization</a:t>
                    </a:r>
                  </a:p>
                </p:txBody>
              </p:sp>
            </p:grpSp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76D3315F-0807-F2BF-881D-D1A770B43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CED5C2C-C47A-B5C0-8F2A-8F6F00844571}"/>
                  </a:ext>
                </a:extLst>
              </p:cNvPr>
              <p:cNvGrpSpPr/>
              <p:nvPr/>
            </p:nvGrpSpPr>
            <p:grpSpPr>
              <a:xfrm>
                <a:off x="1289904" y="2877681"/>
                <a:ext cx="2201441" cy="918265"/>
                <a:chOff x="911213" y="3173022"/>
                <a:chExt cx="2201441" cy="91826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63A2B57-FD31-8CF9-EDF6-13B0AC8C8C89}"/>
                    </a:ext>
                  </a:extLst>
                </p:cNvPr>
                <p:cNvGrpSpPr/>
                <p:nvPr/>
              </p:nvGrpSpPr>
              <p:grpSpPr>
                <a:xfrm>
                  <a:off x="911213" y="3173022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1D0CDCF-0C09-DCC6-7112-0009558D9A5E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026D08A-83BB-02DC-9A8D-B17E679E9BAA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57.99%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EA4E2F50-7D3B-B865-F665-191649F9F5A5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Tag Coverage</a:t>
                    </a:r>
                  </a:p>
                </p:txBody>
              </p:sp>
            </p:grp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987B4C69-5163-18DE-DA4A-DFA8B164A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6949" y="3480799"/>
                  <a:ext cx="419158" cy="409632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8E65635-AC03-A412-7F9F-4D4448B189B0}"/>
                </a:ext>
              </a:extLst>
            </p:cNvPr>
            <p:cNvSpPr/>
            <p:nvPr/>
          </p:nvSpPr>
          <p:spPr>
            <a:xfrm>
              <a:off x="3777673" y="1662545"/>
              <a:ext cx="3094182" cy="4430591"/>
            </a:xfrm>
            <a:prstGeom prst="roundRect">
              <a:avLst>
                <a:gd name="adj" fmla="val 5022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91E6F7-539C-FA1E-4132-E1C3959A305E}"/>
                </a:ext>
              </a:extLst>
            </p:cNvPr>
            <p:cNvSpPr txBox="1"/>
            <p:nvPr/>
          </p:nvSpPr>
          <p:spPr>
            <a:xfrm>
              <a:off x="3927807" y="1770942"/>
              <a:ext cx="902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F2C5CC-3812-CEBD-1FE1-C353A5C641FC}"/>
                </a:ext>
              </a:extLst>
            </p:cNvPr>
            <p:cNvSpPr txBox="1"/>
            <p:nvPr/>
          </p:nvSpPr>
          <p:spPr>
            <a:xfrm>
              <a:off x="3927807" y="2222932"/>
              <a:ext cx="1463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Reduce waste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D84A708-6F29-83B5-726B-8A4630D41EB8}"/>
              </a:ext>
            </a:extLst>
          </p:cNvPr>
          <p:cNvGrpSpPr/>
          <p:nvPr/>
        </p:nvGrpSpPr>
        <p:grpSpPr>
          <a:xfrm>
            <a:off x="4469568" y="1662544"/>
            <a:ext cx="3094182" cy="4430591"/>
            <a:chOff x="3805941" y="1662545"/>
            <a:chExt cx="3094182" cy="443059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0CB0F6A-B6DF-6F29-9439-3C8BB1340EB7}"/>
                </a:ext>
              </a:extLst>
            </p:cNvPr>
            <p:cNvGrpSpPr/>
            <p:nvPr/>
          </p:nvGrpSpPr>
          <p:grpSpPr>
            <a:xfrm>
              <a:off x="3964622" y="2868044"/>
              <a:ext cx="2201441" cy="918265"/>
              <a:chOff x="283881" y="4471480"/>
              <a:chExt cx="2460189" cy="918265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F1F216F-6BD0-895D-4BF3-33EC161B1CB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BEC568E-6C3D-23FD-31ED-F75FF4ED4A28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47%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20FF81C-A604-6528-9D36-96750C91EC02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Secure Score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5969F4E-460E-5048-3EF0-CFD725354D06}"/>
                </a:ext>
              </a:extLst>
            </p:cNvPr>
            <p:cNvGrpSpPr/>
            <p:nvPr/>
          </p:nvGrpSpPr>
          <p:grpSpPr>
            <a:xfrm>
              <a:off x="3956076" y="5066744"/>
              <a:ext cx="2201441" cy="918265"/>
              <a:chOff x="283881" y="4471480"/>
              <a:chExt cx="2460189" cy="918265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D67844B-1D5F-CDED-FBEE-2D7F1ED91283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45C278B-6549-DBB9-CACE-0E4C7ABF665C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81.4%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51E0CD-1BFC-559A-A33C-0CF9FA63CD50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Exposure Score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2207F99-16DA-F43B-46E8-353741DFB320}"/>
                </a:ext>
              </a:extLst>
            </p:cNvPr>
            <p:cNvGrpSpPr/>
            <p:nvPr/>
          </p:nvGrpSpPr>
          <p:grpSpPr>
            <a:xfrm>
              <a:off x="3964622" y="3967394"/>
              <a:ext cx="2201441" cy="918265"/>
              <a:chOff x="283881" y="4471480"/>
              <a:chExt cx="2460189" cy="918265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FD75C8-14D0-BF83-E249-00F416F7463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30D532-6402-791A-EB90-B6099EED964B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59.8%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9E886A-1053-AE10-B8C4-D1C0E80408C8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Data Estate Score</a:t>
                </a:r>
              </a:p>
            </p:txBody>
          </p:sp>
        </p:grp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62043F3-E197-D66E-8238-617240CE2EFA}"/>
                </a:ext>
              </a:extLst>
            </p:cNvPr>
            <p:cNvSpPr/>
            <p:nvPr/>
          </p:nvSpPr>
          <p:spPr>
            <a:xfrm>
              <a:off x="3805941" y="1662545"/>
              <a:ext cx="3094182" cy="4430591"/>
            </a:xfrm>
            <a:prstGeom prst="roundRect">
              <a:avLst>
                <a:gd name="adj" fmla="val 4834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709C172-4932-BBCB-70DA-399D5DFD8670}"/>
                </a:ext>
              </a:extLst>
            </p:cNvPr>
            <p:cNvSpPr txBox="1"/>
            <p:nvPr/>
          </p:nvSpPr>
          <p:spPr>
            <a:xfrm>
              <a:off x="3956075" y="1770942"/>
              <a:ext cx="1465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Security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313723-FA4B-A5DE-41EF-AE4AF1CA22EA}"/>
                </a:ext>
              </a:extLst>
            </p:cNvPr>
            <p:cNvSpPr txBox="1"/>
            <p:nvPr/>
          </p:nvSpPr>
          <p:spPr>
            <a:xfrm>
              <a:off x="3956075" y="2222932"/>
              <a:ext cx="2310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Improve security depth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8FE3B639-7871-1A05-6201-BCDEB2CC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5800" y="3173626"/>
              <a:ext cx="428685" cy="43821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F134EA0-B339-6D6D-FE11-0D299AFA4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50358" y="4295932"/>
              <a:ext cx="419158" cy="409632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8DF53E9-71C5-7868-4E43-6694DF864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11920" y="5381344"/>
              <a:ext cx="400106" cy="457264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C70D09-1A11-32C7-04DB-4F750F195472}"/>
              </a:ext>
            </a:extLst>
          </p:cNvPr>
          <p:cNvGrpSpPr/>
          <p:nvPr/>
        </p:nvGrpSpPr>
        <p:grpSpPr>
          <a:xfrm>
            <a:off x="8163126" y="2868043"/>
            <a:ext cx="2500233" cy="918265"/>
            <a:chOff x="283881" y="4471480"/>
            <a:chExt cx="2460189" cy="91826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CADFAB8-6CBF-2879-78A3-73729B315529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C6A12C3-DEB7-D0AB-15D1-4C5C6E3633CE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64.1%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355D7E6-7D27-54E5-2F12-1CC93B71E4EA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Monitoring Coverage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8D98140-F240-05E3-4410-91C0DF89C5EE}"/>
              </a:ext>
            </a:extLst>
          </p:cNvPr>
          <p:cNvGrpSpPr/>
          <p:nvPr/>
        </p:nvGrpSpPr>
        <p:grpSpPr>
          <a:xfrm>
            <a:off x="8153420" y="5066743"/>
            <a:ext cx="2500233" cy="918265"/>
            <a:chOff x="283881" y="4471480"/>
            <a:chExt cx="2460189" cy="91826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6F0823E-B396-B253-B71E-B9827767F31B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9A2C7E9-67F0-6139-113D-569E49A59462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82.1%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7F1128-0CF2-5132-3F13-303903A26B4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Policy Compliance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33BF9B7-6CBB-FD04-12E0-E7F95B370DF6}"/>
              </a:ext>
            </a:extLst>
          </p:cNvPr>
          <p:cNvGrpSpPr/>
          <p:nvPr/>
        </p:nvGrpSpPr>
        <p:grpSpPr>
          <a:xfrm>
            <a:off x="8163126" y="3967393"/>
            <a:ext cx="2500233" cy="918265"/>
            <a:chOff x="283881" y="4471480"/>
            <a:chExt cx="2460189" cy="91826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CA0A567-56A1-50A7-4892-8978606EBD46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3F386C-AD79-4360-3472-62FD09D335A6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62.7%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B0B20F8-342A-E43B-B5D7-C0C73531419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Backup Coverage</a:t>
              </a:r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C0C66B4-8B3B-C3DB-BECB-F9BD45980EF5}"/>
              </a:ext>
            </a:extLst>
          </p:cNvPr>
          <p:cNvSpPr/>
          <p:nvPr/>
        </p:nvSpPr>
        <p:spPr>
          <a:xfrm>
            <a:off x="7982908" y="1662544"/>
            <a:ext cx="3514142" cy="4430591"/>
          </a:xfrm>
          <a:prstGeom prst="roundRect">
            <a:avLst>
              <a:gd name="adj" fmla="val 4759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37ECE7-AC77-E51A-4228-7D2F117D4A02}"/>
              </a:ext>
            </a:extLst>
          </p:cNvPr>
          <p:cNvSpPr txBox="1"/>
          <p:nvPr/>
        </p:nvSpPr>
        <p:spPr>
          <a:xfrm>
            <a:off x="8153419" y="1770941"/>
            <a:ext cx="1999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2724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Operation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3266B0-C319-7041-35F8-B19540FC5FAC}"/>
              </a:ext>
            </a:extLst>
          </p:cNvPr>
          <p:cNvSpPr txBox="1"/>
          <p:nvPr/>
        </p:nvSpPr>
        <p:spPr>
          <a:xfrm>
            <a:off x="8153420" y="2222931"/>
            <a:ext cx="3262725" cy="555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Increase observability, reliability &amp; compliance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6AEE17F-8912-6FBA-6535-DD8682602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844" y="3183416"/>
            <a:ext cx="486869" cy="40010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6F4AB62B-BE97-1E5E-931B-125DD3EB35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79" y="4282766"/>
            <a:ext cx="486869" cy="40010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DF36279-C8A5-E073-1220-8FC9D82D58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0793" y="5348774"/>
            <a:ext cx="47604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2364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359512"/>
            <a:ext cx="11488049" cy="4368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endParaRPr lang="en-US" sz="32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Consider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Litware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as C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SP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Use 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vBox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for Azure Cloud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Mgmt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(cost, security, ops)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Discuss Azure Management subscription Service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065BACE-2081-BB81-DED8-B99E46B2E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575" y="498475"/>
            <a:ext cx="8736013" cy="246063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1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B9A4-F505-DEF4-62C3-ADAA6631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19A974-D589-E50C-7875-DEED045EF1B6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7A78F4-9AF3-00DD-413A-4BE8C6DEC5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 dirty="0"/>
              <a:t>Q&amp;A</a:t>
            </a:r>
            <a:endParaRPr lang="en-ZA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562B72E-3202-B685-1D87-C0F3BFD707EA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0DAAB65-576B-230C-18B2-9D022EA5EEA5}"/>
              </a:ext>
            </a:extLst>
          </p:cNvPr>
          <p:cNvSpPr txBox="1">
            <a:spLocks/>
          </p:cNvSpPr>
          <p:nvPr/>
        </p:nvSpPr>
        <p:spPr>
          <a:xfrm>
            <a:off x="703950" y="1848399"/>
            <a:ext cx="4584041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670289"/>
      </p:ext>
    </p:extLst>
  </p:cSld>
  <p:clrMapOvr>
    <a:masterClrMapping/>
  </p:clrMapOvr>
</p:sld>
</file>

<file path=ppt/slides/slide1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 dirty="0"/>
              <a:t>Visit our site to learn more:</a:t>
            </a:r>
            <a:endParaRPr lang="en-ZA" spc="1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6715FA-0DD9-45D6-8527-5F3C2CA0EE91}">
  <ds:schemaRefs>
    <ds:schemaRef ds:uri="http://schemas.microsoft.com/office/2006/documentManagement/types"/>
    <ds:schemaRef ds:uri="6bde16b2-0620-4858-810f-1b920fdeef80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911e9e99-66b6-4493-bc54-a9efbea5f7f5"/>
  </ds:schemaRefs>
</ds:datastoreItem>
</file>

<file path=customXml/itemProps3.xml><?xml version="1.0" encoding="utf-8"?>
<ds:datastoreItem xmlns:ds="http://schemas.openxmlformats.org/officeDocument/2006/customXml" ds:itemID="{103676A9-DE78-4381-9EAE-5632C1B4E8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36836</TotalTime>
  <Words>401</Words>
  <Application>Microsoft Office PowerPoint</Application>
  <PresentationFormat>Widescreen</PresentationFormat>
  <Paragraphs>168</Paragraphs>
  <Slides>13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Roboto</vt:lpstr>
      <vt:lpstr>Aptos Narrow</vt:lpstr>
      <vt:lpstr>Poppins Black</vt:lpstr>
      <vt:lpstr>Roboto Medium</vt:lpstr>
      <vt:lpstr>Roboto Bold</vt:lpstr>
      <vt:lpstr>Roboto Condensed</vt:lpstr>
      <vt:lpstr>Arial</vt:lpstr>
      <vt:lpstr>Poppins SemiBold</vt:lpstr>
      <vt:lpstr>Aptos Display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Anatoly Butov</cp:lastModifiedBy>
  <cp:revision>518</cp:revision>
  <dcterms:created xsi:type="dcterms:W3CDTF">2017-02-07T16:52:31Z</dcterms:created>
  <dcterms:modified xsi:type="dcterms:W3CDTF">2026-02-13T13:47:41Z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