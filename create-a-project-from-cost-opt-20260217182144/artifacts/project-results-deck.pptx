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851" r:id="rId4"/>
  </p:sldMasterIdLst>
  <p:notesMasterIdLst>
    <p:notesMasterId r:id="rId18"/>
  </p:notesMasterIdLst>
  <p:handoutMasterIdLst>
    <p:handoutMasterId r:id="rId19"/>
  </p:handoutMasterIdLst>
  <p:sldIdLst>
    <p:sldId id="517" r:id="rId5"/>
    <p:sldId id="854" r:id="rId6"/>
    <p:sldId id="2147481105" r:id="rId7"/>
    <p:sldId id="2147478789" r:id="rId8"/>
    <p:sldId id="2147481101" r:id="rId9"/>
    <p:sldId id="2147478790" r:id="rId10"/>
    <p:sldId id="2147478794" r:id="rId11"/>
    <p:sldId id="2147478793" r:id="rId12"/>
    <p:sldId id="2147481099" r:id="rId13"/>
    <p:sldId id="2147481098" r:id="rId14"/>
    <p:sldId id="859" r:id="rId15"/>
    <p:sldId id="2147481102" r:id="rId16"/>
    <p:sldId id="554" r:id="rId17"/>
  </p:sldIdLst>
  <p:sldSz cx="12192000" cy="6858000"/>
  <p:notesSz cx="6858000" cy="9144000"/>
  <p:embeddedFontLst>
    <p:embeddedFont>
      <p:font typeface="Aptos Narrow" panose="020B0004020202020204" pitchFamily="34" charset="0"/>
      <p:regular r:id="rId20"/>
      <p:bold r:id="rId21"/>
      <p:italic r:id="rId22"/>
      <p:boldItalic r:id="rId23"/>
    </p:embeddedFont>
    <p:embeddedFont>
      <p:font typeface="Poppins Black" panose="00000A00000000000000" pitchFamily="2" charset="0"/>
      <p:bold r:id="rId24"/>
      <p:boldItalic r:id="rId25"/>
    </p:embeddedFont>
    <p:embeddedFont>
      <p:font typeface="Poppins SemiBold" panose="00000700000000000000" pitchFamily="2" charset="0"/>
      <p:bold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  <p:embeddedFont>
      <p:font typeface="Roboto Bold" panose="020B0604020202020204" charset="0"/>
      <p:bold r:id="rId32"/>
    </p:embeddedFont>
    <p:embeddedFont>
      <p:font typeface="Roboto Condensed" panose="02000000000000000000" pitchFamily="2" charset="0"/>
      <p:regular r:id="rId33"/>
      <p:bold r:id="rId34"/>
      <p:italic r:id="rId35"/>
      <p:boldItalic r:id="rId36"/>
    </p:embeddedFont>
    <p:embeddedFont>
      <p:font typeface="Roboto Medium" panose="02000000000000000000" pitchFamily="2" charset="0"/>
      <p:regular r:id="rId37"/>
      <p: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59014E50-F991-4DF5-A5F5-64CA37A13CA8}">
          <p14:sldIdLst>
            <p14:sldId id="517"/>
          </p14:sldIdLst>
        </p14:section>
        <p14:section name="Section Slides" id="{502D1B3B-7C01-4062-B116-1DA2EBD8360A}">
          <p14:sldIdLst>
            <p14:sldId id="854"/>
            <p14:sldId id="2147481105"/>
            <p14:sldId id="2147478789"/>
            <p14:sldId id="2147481101"/>
            <p14:sldId id="2147478790"/>
            <p14:sldId id="2147478794"/>
            <p14:sldId id="2147478793"/>
            <p14:sldId id="2147481099"/>
            <p14:sldId id="2147481098"/>
            <p14:sldId id="859"/>
            <p14:sldId id="2147481102"/>
            <p14:sldId id="554"/>
          </p14:sldIdLst>
        </p14:section>
        <p14:section name="Appendix 1" id="{E0A971DB-1AB1-40CD-A5F1-F004523A24B7}">
          <p14:sldIdLst/>
        </p14:section>
      </p14:sectionLst>
    </p:ext>
    <p:ext uri="{EFAFB233-063F-42B5-8137-9DF3F51BA10A}">
      <p15:sldGuideLst xmlns:p15="http://schemas.microsoft.com/office/powerpoint/2012/main">
        <p15:guide id="3" orient="horz" pos="436" userDrawn="1">
          <p15:clr>
            <a:srgbClr val="A4A3A4"/>
          </p15:clr>
        </p15:guide>
        <p15:guide id="4" orient="horz" pos="3912" userDrawn="1">
          <p15:clr>
            <a:srgbClr val="A4A3A4"/>
          </p15:clr>
        </p15:guide>
        <p15:guide id="5" pos="7224" userDrawn="1">
          <p15:clr>
            <a:srgbClr val="A4A3A4"/>
          </p15:clr>
        </p15:guide>
        <p15:guide id="8" orient="horz" pos="52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atoly Butov" initials="AB" lastIdx="1" clrIdx="0">
    <p:extLst>
      <p:ext uri="{19B8F6BF-5375-455C-9EA6-DF929625EA0E}">
        <p15:presenceInfo xmlns:p15="http://schemas.microsoft.com/office/powerpoint/2012/main" userId="Anatoly Butov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CD39"/>
    <a:srgbClr val="EEFFE9"/>
    <a:srgbClr val="EAF9E5"/>
    <a:srgbClr val="A2ACBD"/>
    <a:srgbClr val="0095E8"/>
    <a:srgbClr val="5AC932"/>
    <a:srgbClr val="96919E"/>
    <a:srgbClr val="1F455E"/>
    <a:srgbClr val="F27242"/>
    <a:srgbClr val="F5F5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C8F95C-3D1E-44E4-AE35-D3880B5570B4}" v="28" dt="2026-02-11T15:59:03.6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6126" autoAdjust="0"/>
  </p:normalViewPr>
  <p:slideViewPr>
    <p:cSldViewPr snapToGrid="0">
      <p:cViewPr varScale="1">
        <p:scale>
          <a:sx n="107" d="100"/>
          <a:sy n="107" d="100"/>
        </p:scale>
        <p:origin x="750" y="114"/>
      </p:cViewPr>
      <p:guideLst>
        <p:guide orient="horz" pos="436"/>
        <p:guide orient="horz" pos="3912"/>
        <p:guide pos="7224"/>
        <p:guide orient="horz" pos="52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774" y="105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7.fntdata"/><Relationship Id="rId39" Type="http://schemas.openxmlformats.org/officeDocument/2006/relationships/commentAuthors" Target="commentAuthor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10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font" Target="fonts/font18.fntdata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font" Target="fonts/font17.fntdata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31" Type="http://schemas.openxmlformats.org/officeDocument/2006/relationships/font" Target="fonts/font12.fntdata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font" Target="fonts/font19.fntdata"/><Relationship Id="rId20" Type="http://schemas.openxmlformats.org/officeDocument/2006/relationships/font" Target="fonts/font1.fntdata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Mushkatin" userId="477e917c-2c56-40a2-8217-2c18f48381cf" providerId="ADAL" clId="{EF01442C-DAAA-4D21-B1C0-B861AC057066}"/>
    <pc:docChg chg="undo custSel delSld modSld sldOrd modMainMaster modSection">
      <pc:chgData name="Victor Mushkatin" userId="477e917c-2c56-40a2-8217-2c18f48381cf" providerId="ADAL" clId="{EF01442C-DAAA-4D21-B1C0-B861AC057066}" dt="2026-02-11T16:54:07.554" v="174" actId="20577"/>
      <pc:docMkLst>
        <pc:docMk/>
      </pc:docMkLst>
      <pc:sldChg chg="modSp mod">
        <pc:chgData name="Victor Mushkatin" userId="477e917c-2c56-40a2-8217-2c18f48381cf" providerId="ADAL" clId="{EF01442C-DAAA-4D21-B1C0-B861AC057066}" dt="2026-02-11T15:59:38.338" v="71" actId="20577"/>
        <pc:sldMkLst>
          <pc:docMk/>
          <pc:sldMk cId="247990684" sldId="517"/>
        </pc:sldMkLst>
        <pc:spChg chg="mod">
          <ac:chgData name="Victor Mushkatin" userId="477e917c-2c56-40a2-8217-2c18f48381cf" providerId="ADAL" clId="{EF01442C-DAAA-4D21-B1C0-B861AC057066}" dt="2026-02-11T15:59:38.338" v="71" actId="20577"/>
          <ac:spMkLst>
            <pc:docMk/>
            <pc:sldMk cId="247990684" sldId="517"/>
            <ac:spMk id="4" creationId="{00000000-0000-0000-0000-000000000000}"/>
          </ac:spMkLst>
        </pc:spChg>
      </pc:sldChg>
      <pc:sldChg chg="modSp mod">
        <pc:chgData name="Victor Mushkatin" userId="477e917c-2c56-40a2-8217-2c18f48381cf" providerId="ADAL" clId="{EF01442C-DAAA-4D21-B1C0-B861AC057066}" dt="2026-02-11T16:54:07.554" v="174" actId="20577"/>
        <pc:sldMkLst>
          <pc:docMk/>
          <pc:sldMk cId="1559448605" sldId="554"/>
        </pc:sldMkLst>
        <pc:spChg chg="mod">
          <ac:chgData name="Victor Mushkatin" userId="477e917c-2c56-40a2-8217-2c18f48381cf" providerId="ADAL" clId="{EF01442C-DAAA-4D21-B1C0-B861AC057066}" dt="2026-02-11T16:54:07.554" v="174" actId="20577"/>
          <ac:spMkLst>
            <pc:docMk/>
            <pc:sldMk cId="1559448605" sldId="554"/>
            <ac:spMk id="9" creationId="{5B36AC1F-C159-ABC1-6BC9-3CAC77BF35BB}"/>
          </ac:spMkLst>
        </pc:spChg>
      </pc:sldChg>
      <pc:sldChg chg="modSp mod">
        <pc:chgData name="Victor Mushkatin" userId="477e917c-2c56-40a2-8217-2c18f48381cf" providerId="ADAL" clId="{EF01442C-DAAA-4D21-B1C0-B861AC057066}" dt="2026-02-11T16:01:01.744" v="110" actId="20577"/>
        <pc:sldMkLst>
          <pc:docMk/>
          <pc:sldMk cId="3196058017" sldId="859"/>
        </pc:sldMkLst>
        <pc:spChg chg="mod">
          <ac:chgData name="Victor Mushkatin" userId="477e917c-2c56-40a2-8217-2c18f48381cf" providerId="ADAL" clId="{EF01442C-DAAA-4D21-B1C0-B861AC057066}" dt="2026-02-11T16:01:01.744" v="110" actId="20577"/>
          <ac:spMkLst>
            <pc:docMk/>
            <pc:sldMk cId="3196058017" sldId="859"/>
            <ac:spMk id="5" creationId="{4DDD09A2-34E5-36B2-5F85-3C0C4435968B}"/>
          </ac:spMkLst>
        </pc:spChg>
      </pc:sldChg>
      <pc:sldChg chg="del ord">
        <pc:chgData name="Victor Mushkatin" userId="477e917c-2c56-40a2-8217-2c18f48381cf" providerId="ADAL" clId="{EF01442C-DAAA-4D21-B1C0-B861AC057066}" dt="2026-02-11T16:53:51.983" v="167" actId="47"/>
        <pc:sldMkLst>
          <pc:docMk/>
          <pc:sldMk cId="3886736824" sldId="871"/>
        </pc:sldMkLst>
      </pc:sldChg>
      <pc:sldChg chg="modSp mod">
        <pc:chgData name="Victor Mushkatin" userId="477e917c-2c56-40a2-8217-2c18f48381cf" providerId="ADAL" clId="{EF01442C-DAAA-4D21-B1C0-B861AC057066}" dt="2026-02-11T16:49:45.316" v="128" actId="20577"/>
        <pc:sldMkLst>
          <pc:docMk/>
          <pc:sldMk cId="2016033039" sldId="2147478790"/>
        </pc:sldMkLst>
        <pc:graphicFrameChg chg="modGraphic">
          <ac:chgData name="Victor Mushkatin" userId="477e917c-2c56-40a2-8217-2c18f48381cf" providerId="ADAL" clId="{EF01442C-DAAA-4D21-B1C0-B861AC057066}" dt="2026-02-11T16:49:45.316" v="128" actId="20577"/>
          <ac:graphicFrameMkLst>
            <pc:docMk/>
            <pc:sldMk cId="2016033039" sldId="2147478790"/>
            <ac:graphicFrameMk id="4" creationId="{ACAE2BEE-F067-A339-4500-47ABA65C4BEF}"/>
          </ac:graphicFrameMkLst>
        </pc:graphicFrameChg>
      </pc:sldChg>
      <pc:sldChg chg="modSp mod">
        <pc:chgData name="Victor Mushkatin" userId="477e917c-2c56-40a2-8217-2c18f48381cf" providerId="ADAL" clId="{EF01442C-DAAA-4D21-B1C0-B861AC057066}" dt="2026-02-11T16:52:49.593" v="164" actId="20577"/>
        <pc:sldMkLst>
          <pc:docMk/>
          <pc:sldMk cId="400232364" sldId="2147481098"/>
        </pc:sldMkLst>
        <pc:spChg chg="mod">
          <ac:chgData name="Victor Mushkatin" userId="477e917c-2c56-40a2-8217-2c18f48381cf" providerId="ADAL" clId="{EF01442C-DAAA-4D21-B1C0-B861AC057066}" dt="2026-02-11T16:52:49.593" v="164" actId="20577"/>
          <ac:spMkLst>
            <pc:docMk/>
            <pc:sldMk cId="400232364" sldId="2147481098"/>
            <ac:spMk id="2" creationId="{15970A0F-39CE-E2A4-B631-2FFFE5B8F507}"/>
          </ac:spMkLst>
        </pc:spChg>
      </pc:sldChg>
      <pc:sldChg chg="addSp delSp modSp mod">
        <pc:chgData name="Victor Mushkatin" userId="477e917c-2c56-40a2-8217-2c18f48381cf" providerId="ADAL" clId="{EF01442C-DAAA-4D21-B1C0-B861AC057066}" dt="2026-02-11T16:48:58.343" v="126" actId="20577"/>
        <pc:sldMkLst>
          <pc:docMk/>
          <pc:sldMk cId="2371356902" sldId="2147481101"/>
        </pc:sldMkLst>
        <pc:spChg chg="mod">
          <ac:chgData name="Victor Mushkatin" userId="477e917c-2c56-40a2-8217-2c18f48381cf" providerId="ADAL" clId="{EF01442C-DAAA-4D21-B1C0-B861AC057066}" dt="2026-02-11T16:48:44.793" v="118" actId="1076"/>
          <ac:spMkLst>
            <pc:docMk/>
            <pc:sldMk cId="2371356902" sldId="2147481101"/>
            <ac:spMk id="5" creationId="{87CD1299-FABC-AE3A-0651-7C338644AF82}"/>
          </ac:spMkLst>
        </pc:spChg>
        <pc:graphicFrameChg chg="mod modGraphic">
          <ac:chgData name="Victor Mushkatin" userId="477e917c-2c56-40a2-8217-2c18f48381cf" providerId="ADAL" clId="{EF01442C-DAAA-4D21-B1C0-B861AC057066}" dt="2026-02-11T16:48:58.343" v="126" actId="20577"/>
          <ac:graphicFrameMkLst>
            <pc:docMk/>
            <pc:sldMk cId="2371356902" sldId="2147481101"/>
            <ac:graphicFrameMk id="3" creationId="{11CACB0B-B3DC-9BE2-DD2E-1263014D864A}"/>
          </ac:graphicFrameMkLst>
        </pc:graphicFrameChg>
        <pc:picChg chg="add del">
          <ac:chgData name="Victor Mushkatin" userId="477e917c-2c56-40a2-8217-2c18f48381cf" providerId="ADAL" clId="{EF01442C-DAAA-4D21-B1C0-B861AC057066}" dt="2026-02-11T16:48:38.647" v="117" actId="478"/>
          <ac:picMkLst>
            <pc:docMk/>
            <pc:sldMk cId="2371356902" sldId="2147481101"/>
            <ac:picMk id="7" creationId="{A20BB238-80D5-B72E-E86B-5C230ABD9FCF}"/>
          </ac:picMkLst>
        </pc:picChg>
      </pc:sldChg>
      <pc:sldMasterChg chg="modSldLayout">
        <pc:chgData name="Victor Mushkatin" userId="477e917c-2c56-40a2-8217-2c18f48381cf" providerId="ADAL" clId="{EF01442C-DAAA-4D21-B1C0-B861AC057066}" dt="2026-02-11T15:59:21.337" v="53" actId="1076"/>
        <pc:sldMasterMkLst>
          <pc:docMk/>
          <pc:sldMasterMk cId="2740475121" sldId="2147483851"/>
        </pc:sldMasterMkLst>
        <pc:sldLayoutChg chg="addSp delSp modSp mod">
          <pc:chgData name="Victor Mushkatin" userId="477e917c-2c56-40a2-8217-2c18f48381cf" providerId="ADAL" clId="{EF01442C-DAAA-4D21-B1C0-B861AC057066}" dt="2026-02-11T15:58:35.781" v="46"/>
          <pc:sldLayoutMkLst>
            <pc:docMk/>
            <pc:sldMasterMk cId="2740475121" sldId="2147483851"/>
            <pc:sldLayoutMk cId="3716055458" sldId="2147483785"/>
          </pc:sldLayoutMkLst>
          <pc:spChg chg="mod">
            <ac:chgData name="Victor Mushkatin" userId="477e917c-2c56-40a2-8217-2c18f48381cf" providerId="ADAL" clId="{EF01442C-DAAA-4D21-B1C0-B861AC057066}" dt="2026-02-11T15:58:35.781" v="46"/>
            <ac:spMkLst>
              <pc:docMk/>
              <pc:sldMasterMk cId="2740475121" sldId="2147483851"/>
              <pc:sldLayoutMk cId="3716055458" sldId="2147483785"/>
              <ac:spMk id="6" creationId="{9F89043C-1377-F9A4-243C-935ADD627F2F}"/>
            </ac:spMkLst>
          </pc:spChg>
          <pc:picChg chg="add mod">
            <ac:chgData name="Victor Mushkatin" userId="477e917c-2c56-40a2-8217-2c18f48381cf" providerId="ADAL" clId="{EF01442C-DAAA-4D21-B1C0-B861AC057066}" dt="2026-02-11T15:57:57.476" v="29"/>
            <ac:picMkLst>
              <pc:docMk/>
              <pc:sldMasterMk cId="2740475121" sldId="2147483851"/>
              <pc:sldLayoutMk cId="3716055458" sldId="2147483785"/>
              <ac:picMk id="3" creationId="{41796784-408A-2E43-D860-213C123531F4}"/>
            </ac:picMkLst>
          </pc:picChg>
          <pc:picChg chg="del">
            <ac:chgData name="Victor Mushkatin" userId="477e917c-2c56-40a2-8217-2c18f48381cf" providerId="ADAL" clId="{EF01442C-DAAA-4D21-B1C0-B861AC057066}" dt="2026-02-11T15:57:56.672" v="28" actId="478"/>
            <ac:picMkLst>
              <pc:docMk/>
              <pc:sldMasterMk cId="2740475121" sldId="2147483851"/>
              <pc:sldLayoutMk cId="3716055458" sldId="2147483785"/>
              <ac:picMk id="9" creationId="{50E3758E-0644-2F23-DE67-7BE4B59AA80C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7.764" v="49"/>
          <pc:sldLayoutMkLst>
            <pc:docMk/>
            <pc:sldMasterMk cId="2740475121" sldId="2147483851"/>
            <pc:sldLayoutMk cId="3922619176" sldId="2147483843"/>
          </pc:sldLayoutMkLst>
          <pc:spChg chg="mod">
            <ac:chgData name="Victor Mushkatin" userId="477e917c-2c56-40a2-8217-2c18f48381cf" providerId="ADAL" clId="{EF01442C-DAAA-4D21-B1C0-B861AC057066}" dt="2026-02-11T15:58:47.764" v="49"/>
            <ac:spMkLst>
              <pc:docMk/>
              <pc:sldMasterMk cId="2740475121" sldId="2147483851"/>
              <pc:sldLayoutMk cId="3922619176" sldId="2147483843"/>
              <ac:spMk id="10" creationId="{B93D4F50-6DC7-9C69-6898-94AF04FF7F26}"/>
            </ac:spMkLst>
          </pc:spChg>
          <pc:picChg chg="add mod">
            <ac:chgData name="Victor Mushkatin" userId="477e917c-2c56-40a2-8217-2c18f48381cf" providerId="ADAL" clId="{EF01442C-DAAA-4D21-B1C0-B861AC057066}" dt="2026-02-11T15:57:44.531" v="24"/>
            <ac:picMkLst>
              <pc:docMk/>
              <pc:sldMasterMk cId="2740475121" sldId="2147483851"/>
              <pc:sldLayoutMk cId="3922619176" sldId="2147483843"/>
              <ac:picMk id="3" creationId="{5671375D-3DD0-9A89-1F14-70FE4BCA66DE}"/>
            </ac:picMkLst>
          </pc:picChg>
          <pc:picChg chg="del">
            <ac:chgData name="Victor Mushkatin" userId="477e917c-2c56-40a2-8217-2c18f48381cf" providerId="ADAL" clId="{EF01442C-DAAA-4D21-B1C0-B861AC057066}" dt="2026-02-11T15:57:43.328" v="23" actId="478"/>
            <ac:picMkLst>
              <pc:docMk/>
              <pc:sldMasterMk cId="2740475121" sldId="2147483851"/>
              <pc:sldLayoutMk cId="3922619176" sldId="2147483843"/>
              <ac:picMk id="6" creationId="{83475276-F52D-500E-D84B-E4FC8DB29EB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44.066" v="48"/>
          <pc:sldLayoutMkLst>
            <pc:docMk/>
            <pc:sldMasterMk cId="2740475121" sldId="2147483851"/>
            <pc:sldLayoutMk cId="3629883438" sldId="2147483844"/>
          </pc:sldLayoutMkLst>
          <pc:spChg chg="mod">
            <ac:chgData name="Victor Mushkatin" userId="477e917c-2c56-40a2-8217-2c18f48381cf" providerId="ADAL" clId="{EF01442C-DAAA-4D21-B1C0-B861AC057066}" dt="2026-02-11T15:58:44.066" v="48"/>
            <ac:spMkLst>
              <pc:docMk/>
              <pc:sldMasterMk cId="2740475121" sldId="2147483851"/>
              <pc:sldLayoutMk cId="3629883438" sldId="2147483844"/>
              <ac:spMk id="40" creationId="{D482F796-AB7F-F650-64E9-ED2302202F67}"/>
            </ac:spMkLst>
          </pc:spChg>
          <pc:picChg chg="add mod">
            <ac:chgData name="Victor Mushkatin" userId="477e917c-2c56-40a2-8217-2c18f48381cf" providerId="ADAL" clId="{EF01442C-DAAA-4D21-B1C0-B861AC057066}" dt="2026-02-11T15:57:49.021" v="26"/>
            <ac:picMkLst>
              <pc:docMk/>
              <pc:sldMasterMk cId="2740475121" sldId="2147483851"/>
              <pc:sldLayoutMk cId="3629883438" sldId="2147483844"/>
              <ac:picMk id="2" creationId="{0C4123F0-FF29-5A44-692E-FC9CF8474554}"/>
            </ac:picMkLst>
          </pc:picChg>
          <pc:picChg chg="del">
            <ac:chgData name="Victor Mushkatin" userId="477e917c-2c56-40a2-8217-2c18f48381cf" providerId="ADAL" clId="{EF01442C-DAAA-4D21-B1C0-B861AC057066}" dt="2026-02-11T15:57:48.156" v="25" actId="478"/>
            <ac:picMkLst>
              <pc:docMk/>
              <pc:sldMasterMk cId="2740475121" sldId="2147483851"/>
              <pc:sldLayoutMk cId="3629883438" sldId="2147483844"/>
              <ac:picMk id="43" creationId="{22A03C43-5888-2A9C-BE39-358EE2066D7B}"/>
            </ac:picMkLst>
          </pc:picChg>
        </pc:sldLayoutChg>
        <pc:sldLayoutChg chg="addSp modSp">
          <pc:chgData name="Victor Mushkatin" userId="477e917c-2c56-40a2-8217-2c18f48381cf" providerId="ADAL" clId="{EF01442C-DAAA-4D21-B1C0-B861AC057066}" dt="2026-02-11T15:58:39.160" v="47"/>
          <pc:sldLayoutMkLst>
            <pc:docMk/>
            <pc:sldMasterMk cId="2740475121" sldId="2147483851"/>
            <pc:sldLayoutMk cId="3534280250" sldId="2147483845"/>
          </pc:sldLayoutMkLst>
          <pc:spChg chg="mod">
            <ac:chgData name="Victor Mushkatin" userId="477e917c-2c56-40a2-8217-2c18f48381cf" providerId="ADAL" clId="{EF01442C-DAAA-4D21-B1C0-B861AC057066}" dt="2026-02-11T15:58:39.160" v="47"/>
            <ac:spMkLst>
              <pc:docMk/>
              <pc:sldMasterMk cId="2740475121" sldId="2147483851"/>
              <pc:sldLayoutMk cId="3534280250" sldId="2147483845"/>
              <ac:spMk id="10" creationId="{B064D44D-9C4A-B530-0DDB-0C9CB5AB90A1}"/>
            </ac:spMkLst>
          </pc:spChg>
          <pc:picChg chg="add mod">
            <ac:chgData name="Victor Mushkatin" userId="477e917c-2c56-40a2-8217-2c18f48381cf" providerId="ADAL" clId="{EF01442C-DAAA-4D21-B1C0-B861AC057066}" dt="2026-02-11T15:57:53.285" v="27"/>
            <ac:picMkLst>
              <pc:docMk/>
              <pc:sldMasterMk cId="2740475121" sldId="2147483851"/>
              <pc:sldLayoutMk cId="3534280250" sldId="2147483845"/>
              <ac:picMk id="8" creationId="{1F51A61E-878E-5B43-B854-28A46D10C708}"/>
            </ac:picMkLst>
          </pc:picChg>
        </pc:sldLayoutChg>
        <pc:sldLayoutChg chg="delSp modSp mod">
          <pc:chgData name="Victor Mushkatin" userId="477e917c-2c56-40a2-8217-2c18f48381cf" providerId="ADAL" clId="{EF01442C-DAAA-4D21-B1C0-B861AC057066}" dt="2026-02-11T15:58:29.923" v="45" actId="20577"/>
          <pc:sldLayoutMkLst>
            <pc:docMk/>
            <pc:sldMasterMk cId="2740475121" sldId="2147483851"/>
            <pc:sldLayoutMk cId="2766385754" sldId="2147483846"/>
          </pc:sldLayoutMkLst>
          <pc:spChg chg="mod">
            <ac:chgData name="Victor Mushkatin" userId="477e917c-2c56-40a2-8217-2c18f48381cf" providerId="ADAL" clId="{EF01442C-DAAA-4D21-B1C0-B861AC057066}" dt="2026-02-11T15:58:29.923" v="45" actId="20577"/>
            <ac:spMkLst>
              <pc:docMk/>
              <pc:sldMasterMk cId="2740475121" sldId="2147483851"/>
              <pc:sldLayoutMk cId="2766385754" sldId="2147483846"/>
              <ac:spMk id="4" creationId="{6A3C21B8-F272-88BA-F330-40396307E593}"/>
            </ac:spMkLst>
          </pc:spChg>
          <pc:spChg chg="ord">
            <ac:chgData name="Victor Mushkatin" userId="477e917c-2c56-40a2-8217-2c18f48381cf" providerId="ADAL" clId="{EF01442C-DAAA-4D21-B1C0-B861AC057066}" dt="2026-02-11T15:58:18.700" v="34" actId="166"/>
            <ac:spMkLst>
              <pc:docMk/>
              <pc:sldMasterMk cId="2740475121" sldId="2147483851"/>
              <pc:sldLayoutMk cId="2766385754" sldId="2147483846"/>
              <ac:spMk id="10" creationId="{3A7E5B63-5EFD-B611-5A09-66C89C57B827}"/>
            </ac:spMkLst>
          </pc:spChg>
          <pc:picChg chg="del">
            <ac:chgData name="Victor Mushkatin" userId="477e917c-2c56-40a2-8217-2c18f48381cf" providerId="ADAL" clId="{EF01442C-DAAA-4D21-B1C0-B861AC057066}" dt="2026-02-11T15:58:11.775" v="32" actId="478"/>
            <ac:picMkLst>
              <pc:docMk/>
              <pc:sldMasterMk cId="2740475121" sldId="2147483851"/>
              <pc:sldLayoutMk cId="2766385754" sldId="2147483846"/>
              <ac:picMk id="8" creationId="{2F0089A6-838A-64E3-5E51-11E55B9F7104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9:21.337" v="53" actId="1076"/>
          <pc:sldLayoutMkLst>
            <pc:docMk/>
            <pc:sldMasterMk cId="2740475121" sldId="2147483851"/>
            <pc:sldLayoutMk cId="1106304698" sldId="2147483863"/>
          </pc:sldLayoutMkLst>
          <pc:spChg chg="mod">
            <ac:chgData name="Victor Mushkatin" userId="477e917c-2c56-40a2-8217-2c18f48381cf" providerId="ADAL" clId="{EF01442C-DAAA-4D21-B1C0-B861AC057066}" dt="2026-02-11T15:59:03.674" v="52"/>
            <ac:spMkLst>
              <pc:docMk/>
              <pc:sldMasterMk cId="2740475121" sldId="2147483851"/>
              <pc:sldLayoutMk cId="1106304698" sldId="2147483863"/>
              <ac:spMk id="46" creationId="{C7F0FD75-569F-E2A4-1780-559BA9192651}"/>
            </ac:spMkLst>
          </pc:spChg>
          <pc:picChg chg="add mod">
            <ac:chgData name="Victor Mushkatin" userId="477e917c-2c56-40a2-8217-2c18f48381cf" providerId="ADAL" clId="{EF01442C-DAAA-4D21-B1C0-B861AC057066}" dt="2026-02-11T15:59:21.337" v="53" actId="1076"/>
            <ac:picMkLst>
              <pc:docMk/>
              <pc:sldMasterMk cId="2740475121" sldId="2147483851"/>
              <pc:sldLayoutMk cId="1106304698" sldId="2147483863"/>
              <ac:picMk id="2" creationId="{7190E580-48B6-8889-C712-F55AF96F2EAB}"/>
            </ac:picMkLst>
          </pc:picChg>
          <pc:picChg chg="del">
            <ac:chgData name="Victor Mushkatin" userId="477e917c-2c56-40a2-8217-2c18f48381cf" providerId="ADAL" clId="{EF01442C-DAAA-4D21-B1C0-B861AC057066}" dt="2026-02-11T15:56:53.567" v="0" actId="478"/>
            <ac:picMkLst>
              <pc:docMk/>
              <pc:sldMasterMk cId="2740475121" sldId="2147483851"/>
              <pc:sldLayoutMk cId="1106304698" sldId="2147483863"/>
              <ac:picMk id="10" creationId="{A6129A2C-1600-2AE8-18F6-270086B94708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9.946" v="51"/>
          <pc:sldLayoutMkLst>
            <pc:docMk/>
            <pc:sldMasterMk cId="2740475121" sldId="2147483851"/>
            <pc:sldLayoutMk cId="2226307857" sldId="2147483864"/>
          </pc:sldLayoutMkLst>
          <pc:spChg chg="mod">
            <ac:chgData name="Victor Mushkatin" userId="477e917c-2c56-40a2-8217-2c18f48381cf" providerId="ADAL" clId="{EF01442C-DAAA-4D21-B1C0-B861AC057066}" dt="2026-02-11T15:58:59.946" v="51"/>
            <ac:spMkLst>
              <pc:docMk/>
              <pc:sldMasterMk cId="2740475121" sldId="2147483851"/>
              <pc:sldLayoutMk cId="2226307857" sldId="2147483864"/>
              <ac:spMk id="7" creationId="{19B28D10-433B-5DBD-D2AE-031E34AEA199}"/>
            </ac:spMkLst>
          </pc:spChg>
          <pc:picChg chg="del">
            <ac:chgData name="Victor Mushkatin" userId="477e917c-2c56-40a2-8217-2c18f48381cf" providerId="ADAL" clId="{EF01442C-DAAA-4D21-B1C0-B861AC057066}" dt="2026-02-11T15:57:09.926" v="5" actId="478"/>
            <ac:picMkLst>
              <pc:docMk/>
              <pc:sldMasterMk cId="2740475121" sldId="2147483851"/>
              <pc:sldLayoutMk cId="2226307857" sldId="2147483864"/>
              <ac:picMk id="4" creationId="{A286F64B-DE35-F3F9-01B6-3192D7442E01}"/>
            </ac:picMkLst>
          </pc:picChg>
          <pc:picChg chg="add mod">
            <ac:chgData name="Victor Mushkatin" userId="477e917c-2c56-40a2-8217-2c18f48381cf" providerId="ADAL" clId="{EF01442C-DAAA-4D21-B1C0-B861AC057066}" dt="2026-02-11T15:57:10.829" v="6"/>
            <ac:picMkLst>
              <pc:docMk/>
              <pc:sldMasterMk cId="2740475121" sldId="2147483851"/>
              <pc:sldLayoutMk cId="2226307857" sldId="2147483864"/>
              <ac:picMk id="6" creationId="{96872147-5ADB-2956-8E11-F2D3C471A389}"/>
            </ac:picMkLst>
          </pc:picChg>
        </pc:sldLayoutChg>
        <pc:sldLayoutChg chg="addSp delSp modSp mod">
          <pc:chgData name="Victor Mushkatin" userId="477e917c-2c56-40a2-8217-2c18f48381cf" providerId="ADAL" clId="{EF01442C-DAAA-4D21-B1C0-B861AC057066}" dt="2026-02-11T15:58:51.912" v="50"/>
          <pc:sldLayoutMkLst>
            <pc:docMk/>
            <pc:sldMasterMk cId="2740475121" sldId="2147483851"/>
            <pc:sldLayoutMk cId="1411614083" sldId="2147483866"/>
          </pc:sldLayoutMkLst>
          <pc:spChg chg="mod">
            <ac:chgData name="Victor Mushkatin" userId="477e917c-2c56-40a2-8217-2c18f48381cf" providerId="ADAL" clId="{EF01442C-DAAA-4D21-B1C0-B861AC057066}" dt="2026-02-11T15:58:51.912" v="50"/>
            <ac:spMkLst>
              <pc:docMk/>
              <pc:sldMasterMk cId="2740475121" sldId="2147483851"/>
              <pc:sldLayoutMk cId="1411614083" sldId="2147483866"/>
              <ac:spMk id="3" creationId="{985482AA-3FC3-2551-3928-D27FE4A4AB6C}"/>
            </ac:spMkLst>
          </pc:spChg>
          <pc:spChg chg="mod">
            <ac:chgData name="Victor Mushkatin" userId="477e917c-2c56-40a2-8217-2c18f48381cf" providerId="ADAL" clId="{EF01442C-DAAA-4D21-B1C0-B861AC057066}" dt="2026-02-11T15:57:33.295" v="15" actId="20577"/>
            <ac:spMkLst>
              <pc:docMk/>
              <pc:sldMasterMk cId="2740475121" sldId="2147483851"/>
              <pc:sldLayoutMk cId="1411614083" sldId="2147483866"/>
              <ac:spMk id="28" creationId="{09E69095-AB30-3A73-3E9B-2FB7141AD3C1}"/>
            </ac:spMkLst>
          </pc:spChg>
          <pc:spChg chg="mod">
            <ac:chgData name="Victor Mushkatin" userId="477e917c-2c56-40a2-8217-2c18f48381cf" providerId="ADAL" clId="{EF01442C-DAAA-4D21-B1C0-B861AC057066}" dt="2026-02-11T15:57:37.839" v="22" actId="20577"/>
            <ac:spMkLst>
              <pc:docMk/>
              <pc:sldMasterMk cId="2740475121" sldId="2147483851"/>
              <pc:sldLayoutMk cId="1411614083" sldId="2147483866"/>
              <ac:spMk id="37" creationId="{9DE09D20-1BA2-C1CE-4FA3-B1F1353E3A07}"/>
            </ac:spMkLst>
          </pc:spChg>
          <pc:picChg chg="add mod">
            <ac:chgData name="Victor Mushkatin" userId="477e917c-2c56-40a2-8217-2c18f48381cf" providerId="ADAL" clId="{EF01442C-DAAA-4D21-B1C0-B861AC057066}" dt="2026-02-11T15:57:25.645" v="8"/>
            <ac:picMkLst>
              <pc:docMk/>
              <pc:sldMasterMk cId="2740475121" sldId="2147483851"/>
              <pc:sldLayoutMk cId="1411614083" sldId="2147483866"/>
              <ac:picMk id="6" creationId="{127600EA-5A7A-5E42-AB29-CCA9C3C8C69F}"/>
            </ac:picMkLst>
          </pc:picChg>
          <pc:picChg chg="del">
            <ac:chgData name="Victor Mushkatin" userId="477e917c-2c56-40a2-8217-2c18f48381cf" providerId="ADAL" clId="{EF01442C-DAAA-4D21-B1C0-B861AC057066}" dt="2026-02-11T15:57:24.591" v="7" actId="478"/>
            <ac:picMkLst>
              <pc:docMk/>
              <pc:sldMasterMk cId="2740475121" sldId="2147483851"/>
              <pc:sldLayoutMk cId="1411614083" sldId="2147483866"/>
              <ac:picMk id="21" creationId="{CEA19876-6C2A-860E-A875-C55632FDD09C}"/>
            </ac:picMkLst>
          </pc:pic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090C266-16D3-864B-4D5A-03675076A4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912367-A257-90AD-6BDE-B9A7BE7654A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A773A9-CBED-44DB-90BA-A7698E049D88}" type="datetimeFigureOut">
              <a:rPr lang="en-ZA" smtClean="0"/>
              <a:t>2026/02/13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F309B3-5717-C050-0653-378BCF64799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3591EE-DB27-FDF4-2FCC-BDCF95618B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C9F4E-5D06-4544-B32A-F5CF0EDEE6C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10501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51DBFF-E182-4C5E-8F20-A479180A3F0E}" type="datetimeFigureOut">
              <a:rPr lang="ru-RU" smtClean="0"/>
              <a:t>13.02.2026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BD861-7F7C-414F-9063-869F200A02E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8315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3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28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2609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87869-C0CF-F069-A933-5613E5F4D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7AABE7-B419-218A-90C0-3E52A166D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16FAE-B15C-3782-A732-312A1562B4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39FBFE-9EB8-EBBE-F4D0-5551D61BA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779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5616C-744C-5124-1E76-E2FF39A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8CF36-9DD8-5DEB-1A29-0C4149CFAF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31FB6-E04E-7938-9AF4-B1A4FD8FCB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1BB57-85DA-FCF0-6917-264FB2A93C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506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83E1C-689F-177F-BDE9-636CC80FD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E8D13F-5D9F-B7E3-5BB6-29D13E8109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37CFB-7A64-77E2-E1B7-F249C54E2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ACB082-70A1-396C-90D9-F6C21A32A5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0418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5C02B-D333-689F-A939-A7C055B36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047E1-7477-AA29-908F-75FE3C73E2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011DD8-B028-BB03-4D49-15DC438AB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2C7EA-5B6C-9305-E1CC-FB9DB476AF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80242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35BB3-274F-6A46-4107-35A3E69FC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43AD09-83DE-D6D2-CD1F-A9598DD9A0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77D78A-BE28-0666-B965-9BE1176C88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3B8157-5723-DAC6-1F0F-040E89C7C5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214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82721-833C-4B53-1B3C-EB71E99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64453-B701-7BF2-B352-EFCF66F79D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57C64D-454B-28E9-7A75-D71595409C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E2E9A0-BFDB-57E0-D8A9-FF389E68B5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663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3BB3A-E0E9-38D4-F80E-FB2D27740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AF33B-AFDB-1D06-1F28-4109732E98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AA376A-AA59-C281-AD58-EBE28D98CD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Azure Sub (SYNNEX365)</a:t>
            </a:r>
          </a:p>
          <a:p>
            <a:endParaRPr lang="en-US" dirty="0"/>
          </a:p>
          <a:p>
            <a:r>
              <a:rPr lang="en-US" dirty="0"/>
              <a:t>sub-owl-</a:t>
            </a:r>
            <a:r>
              <a:rPr lang="en-US" dirty="0" err="1"/>
              <a:t>jbi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AC51D3-DB64-DE61-8531-4E6495A3D4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BBD861-7F7C-414F-9063-869F200A02E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249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52B0A-C582-66EB-5184-EBF65E6F7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76CA1A-C2D4-0750-A275-C11FB6A7FF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9CAE7-7961-EB7A-647C-24A64AEBA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7A761-63E7-A2AC-7BBB-E70EE890E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EAFDD8-4E5D-4E93-B60B-2197BC3BCD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883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acode.com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EE1C-9CD2-4C9E-4E73-3427B755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4516F-F998-0526-13DF-EDB8885F1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9705B2-4367-8B47-4056-4486FAE53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D82E9A-9B82-CCFF-012E-DB6149F51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6447C-0D7B-9FF4-A4E0-DC2118DCE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29544"/>
      </p:ext>
    </p:extLst>
  </p:cSld>
  <p:clrMapOvr>
    <a:masterClrMapping/>
  </p:clrMapOvr>
  <p:hf hdr="0" dt="0"/>
</p:sldLayout>
</file>

<file path=ppt/slideLayouts/slideLayout2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94D16-2F09-D92C-C686-DBB0641D9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357E0E-D00A-D29A-29E9-95A1E68111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81318-4A3A-4FC8-17A4-AAB288B63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8C195-81A0-1F08-B9B3-89DEC53EF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FC38C-5124-6960-7648-1200507D0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012332"/>
      </p:ext>
    </p:extLst>
  </p:cSld>
  <p:clrMapOvr>
    <a:masterClrMapping/>
  </p:clrMapOvr>
  <p:hf hdr="0" dt="0"/>
</p:sldLayout>
</file>

<file path=ppt/slideLayouts/slideLayout3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0A2C6-4E53-C764-F909-E155EB3112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194EEF-B13E-4567-E939-649189E4DA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E386E-5097-0BFB-6187-E7BADF72B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D5FC78-3C47-3D4A-5B5E-7D8CCF7D6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3348E0-0D2D-ECCA-17AB-883018658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540658"/>
      </p:ext>
    </p:extLst>
  </p:cSld>
  <p:clrMapOvr>
    <a:masterClrMapping/>
  </p:clrMapOvr>
  <p:hf hdr="0" dt="0"/>
</p:sldLayout>
</file>

<file path=ppt/slideLayouts/slideLayout4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9BBE2-3458-EE9C-AF22-C9F659B3B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B923C-377C-8426-A10C-FC08DF826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E9F0B5-FAC4-1181-F7A9-3F267E114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74C2A-F41D-603A-CDB4-44501FF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A976C-E013-653E-26AF-FE2F056CB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C97C4A-AC5F-8A41-94A2-9E80618C8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667353"/>
      </p:ext>
    </p:extLst>
  </p:cSld>
  <p:clrMapOvr>
    <a:masterClrMapping/>
  </p:clrMapOvr>
  <p:hf hdr="0" dt="0"/>
</p:sldLayout>
</file>

<file path=ppt/slideLayouts/slideLayout5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E4A45-2394-F3C4-699A-64E020F7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7EBC5-E1B4-A933-AF72-E1521283BB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893EA8-F95C-3C81-5E09-9853634D20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03D2B-1A0A-036A-A5F1-4BF03A971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6FB24A-C85E-2972-9E23-3B2843746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394BCE-070E-8ADA-635B-FC10A5B20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2822A-F062-B99B-80A8-078C8EB1A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C0EA1E-24CF-790E-0DF6-512EAA11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423469"/>
      </p:ext>
    </p:extLst>
  </p:cSld>
  <p:clrMapOvr>
    <a:masterClrMapping/>
  </p:clrMapOvr>
  <p:hf hdr="0" dt="0"/>
</p:sldLayout>
</file>

<file path=ppt/slideLayouts/slideLayout6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2283-B831-C77A-8BF4-31763B7F0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A44393-E610-8C0D-2EB7-EAC48748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A1095A-0351-809F-DBE5-A240BF64F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B2012-A2D2-BB60-6BF3-3440B602F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87445"/>
      </p:ext>
    </p:extLst>
  </p:cSld>
  <p:clrMapOvr>
    <a:masterClrMapping/>
  </p:clrMapOvr>
  <p:hf hdr="0" dt="0"/>
</p:sldLayout>
</file>

<file path=ppt/slideLayouts/slideLayout7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C213C2-E58F-76B3-1B31-C7EECFEB7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0E24D7-1826-3A37-CF74-BAEAFCE9E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98423-C435-9D4A-62DB-C37B3C830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01864"/>
      </p:ext>
    </p:extLst>
  </p:cSld>
  <p:clrMapOvr>
    <a:masterClrMapping/>
  </p:clrMapOvr>
  <p:hf hdr="0" dt="0"/>
</p:sldLayout>
</file>

<file path=ppt/slideLayouts/slideLayout8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C3B7F-620C-C07D-27EA-1524FD5D4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D543-3B75-A829-C99F-ADC31FE37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97CB74-4067-A4A1-5C85-5165355816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8FF5EC-7556-9AEB-B20F-D10B65D2B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EEAC61-35A6-A327-23BC-4C5C5DCCF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78662C-85E2-30DF-2A08-2A5D331D4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08306"/>
      </p:ext>
    </p:extLst>
  </p:cSld>
  <p:clrMapOvr>
    <a:masterClrMapping/>
  </p:clrMapOvr>
  <p:hf hdr="0" dt="0"/>
</p:sldLayout>
</file>

<file path=ppt/slideLayouts/slideLayout9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1C665-C3E9-AEC0-6B78-4CE1DD740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70F1-DBC0-8523-2211-E3F2167171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83911F-5477-3830-2176-FAF738058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8FB3C4-35FA-FC65-CF6A-B9C036EAA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1D9FA8-CDF8-A5AA-9867-B061FC3B1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1B9FC0-03E8-1C5E-4720-D5F0EC02C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610821"/>
      </p:ext>
    </p:extLst>
  </p:cSld>
  <p:clrMapOvr>
    <a:masterClrMapping/>
  </p:clrMapOvr>
  <p:hf hdr="0" dt="0"/>
</p:sldLayout>
</file>

<file path=ppt/slideLayouts/slideLayout10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EB2A1-B0B7-04F8-9069-A11DB441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3CA78F-3D13-1AB5-0CCC-555F2976D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B1467-E7AE-DB3A-F232-596F2485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0A798-1173-15E0-B2A1-F66183A58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4F0FC-55B5-7544-60C4-758712C97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1669806"/>
      </p:ext>
    </p:extLst>
  </p:cSld>
  <p:clrMapOvr>
    <a:masterClrMapping/>
  </p:clrMapOvr>
  <p:hf hdr="0" dt="0"/>
</p:sldLayout>
</file>

<file path=ppt/slideLayouts/slideLayout11.xml><?xml version="1.0" encoding="utf-8"?>
<p:sldLayout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9A3AFE-93FA-B8E3-7321-55D72A5E6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01AF2B-0C53-A9D5-7089-1CBAFCB8EE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A7B1E-8C62-25F7-62F3-D6DA9D7A6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0C3B4-46B2-46BD-8DA9-C1C141DE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D6DF9-DB7C-7449-8E08-8C6D965CD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04799"/>
      </p:ext>
    </p:extLst>
  </p:cSld>
  <p:clrMapOvr>
    <a:masterClrMapping/>
  </p:clrMapOvr>
  <p:hf hdr="0" dt="0"/>
</p:sldLayout>
</file>

<file path=ppt/slideLayouts/slideLayout12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FDE02BE1-3C41-5ABC-102F-AEC056F374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D919E4F-E7DF-9AFE-BDA4-0C2EFB3BBF40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F0FD75-569F-E2A4-1780-559BA919265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C1D4732-0E92-2605-ABC1-2CAC12EA0C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1" name="Text Placeholder 59">
            <a:extLst>
              <a:ext uri="{FF2B5EF4-FFF2-40B4-BE49-F238E27FC236}">
                <a16:creationId xmlns:a16="http://schemas.microsoft.com/office/drawing/2014/main" id="{7A1E19B3-BDCC-1021-6A69-B2CE877C7D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65" name="Text Placeholder 64">
            <a:extLst>
              <a:ext uri="{FF2B5EF4-FFF2-40B4-BE49-F238E27FC236}">
                <a16:creationId xmlns:a16="http://schemas.microsoft.com/office/drawing/2014/main" id="{2D529674-CF8B-3D1C-0032-EF9B356C748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Leader title or presenter name</a:t>
            </a:r>
            <a:endParaRPr lang="en-ZA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3587325-34F0-CDD8-9283-02BFDD5C2E4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7190E580-48B6-8889-C712-F55AF96F2EA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38" y="379085"/>
            <a:ext cx="4126277" cy="194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304698"/>
      </p:ext>
    </p:extLst>
  </p:cSld>
  <p:clrMapOvr>
    <a:masterClrMapping/>
  </p:clrMapOvr>
</p:sldLayout>
</file>

<file path=ppt/slideLayouts/slideLayout13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Content Slide_with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9">
            <a:extLst>
              <a:ext uri="{FF2B5EF4-FFF2-40B4-BE49-F238E27FC236}">
                <a16:creationId xmlns:a16="http://schemas.microsoft.com/office/drawing/2014/main" id="{30319606-7CD3-1474-189B-39A62054D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11" name="Text Placeholder 59">
            <a:extLst>
              <a:ext uri="{FF2B5EF4-FFF2-40B4-BE49-F238E27FC236}">
                <a16:creationId xmlns:a16="http://schemas.microsoft.com/office/drawing/2014/main" id="{96CF33BC-30B4-9F02-78E5-05BF974967A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86074C-C933-FE92-FE97-098449021A4B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B28D10-433B-5DBD-D2AE-031E34AEA199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F68DD9-16A4-66A9-97C3-02D50BAE03B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495C22E-C2AF-3A05-96A2-7A489EE39515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D23826-C713-102E-47CE-BBC5409934C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96872147-5ADB-2956-8E11-F2D3C471A38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07857"/>
      </p:ext>
    </p:extLst>
  </p:cSld>
  <p:clrMapOvr>
    <a:masterClrMapping/>
  </p:clrMapOvr>
</p:sldLayout>
</file>

<file path=ppt/slideLayouts/slideLayout14.xml><?xml version="1.0" encoding="utf-8"?>
<p:sldLayout xmlns:a16="http://schemas.microsoft.com/office/drawing/2014/main" xmlns:a14="http://schemas.microsoft.com/office/drawing/2010/main" xmlns:ahyp="http://schemas.microsoft.com/office/drawing/2018/hyperlinkcolor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AC74078B-AEAF-B2A0-532E-985477B1DE26}"/>
              </a:ext>
            </a:extLst>
          </p:cNvPr>
          <p:cNvSpPr/>
          <p:nvPr userDrawn="1"/>
        </p:nvSpPr>
        <p:spPr>
          <a:xfrm>
            <a:off x="4199792" y="4632871"/>
            <a:ext cx="3792416" cy="56167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4" name="Прямоугольник 8">
            <a:extLst>
              <a:ext uri="{FF2B5EF4-FFF2-40B4-BE49-F238E27FC236}">
                <a16:creationId xmlns:a16="http://schemas.microsoft.com/office/drawing/2014/main" id="{D9052C43-6FBF-9285-699C-1273E46A808C}"/>
              </a:ext>
            </a:extLst>
          </p:cNvPr>
          <p:cNvSpPr/>
          <p:nvPr userDrawn="1"/>
        </p:nvSpPr>
        <p:spPr>
          <a:xfrm>
            <a:off x="1838467" y="1977165"/>
            <a:ext cx="8459650" cy="1363583"/>
          </a:xfrm>
          <a:prstGeom prst="rect">
            <a:avLst/>
          </a:prstGeom>
          <a:noFill/>
          <a:ln w="279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Autofit/>
          </a:bodyPr>
          <a:lstStyle/>
          <a:p>
            <a:pPr algn="ctr"/>
            <a:r>
              <a:rPr lang="en-US" sz="13000" b="1" spc="-200" baseline="0" dirty="0">
                <a:solidFill>
                  <a:srgbClr val="1D4159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Thank You!</a:t>
            </a:r>
            <a:endParaRPr lang="ru-RU" sz="13000" spc="-200" baseline="0" dirty="0">
              <a:solidFill>
                <a:srgbClr val="1D4159"/>
              </a:solidFill>
              <a:latin typeface="Roboto Condensed" panose="02000000000000000000" pitchFamily="2" charset="0"/>
              <a:ea typeface="Roboto Condensed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9E69095-AB30-3A73-3E9B-2FB7141AD3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2425" y="4007777"/>
            <a:ext cx="5047150" cy="4318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50" baseline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 algn="ctr">
              <a:buNone/>
              <a:defRPr sz="28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lvl="0"/>
            <a:r>
              <a:rPr lang="en-US" dirty="0"/>
              <a:t>Learn more from </a:t>
            </a:r>
            <a:r>
              <a:rPr lang="en-US" dirty="0" err="1"/>
              <a:t>Litware</a:t>
            </a:r>
            <a:r>
              <a:rPr lang="en-US" dirty="0"/>
              <a:t>:</a:t>
            </a:r>
            <a:endParaRPr lang="en-ZA" dirty="0"/>
          </a:p>
        </p:txBody>
      </p:sp>
      <p:pic>
        <p:nvPicPr>
          <p:cNvPr id="38" name="Picture 37" descr="A blue and orange dots on a black background&#10;&#10;Description automatically generated with low confidence">
            <a:extLst>
              <a:ext uri="{FF2B5EF4-FFF2-40B4-BE49-F238E27FC236}">
                <a16:creationId xmlns:a16="http://schemas.microsoft.com/office/drawing/2014/main" id="{35320877-A6BE-6FA5-09AD-DEA1647DB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66" r="10945"/>
          <a:stretch/>
        </p:blipFill>
        <p:spPr>
          <a:xfrm>
            <a:off x="6971998" y="0"/>
            <a:ext cx="5220001" cy="5266943"/>
          </a:xfrm>
          <a:prstGeom prst="rect">
            <a:avLst/>
          </a:prstGeom>
        </p:spPr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9DE09D20-1BA2-C1CE-4FA3-B1F1353E3A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82205" y="4731998"/>
            <a:ext cx="3792417" cy="37460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2pPr>
            <a:lvl3pPr marL="9144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3pPr>
            <a:lvl4pPr marL="13716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4pPr>
            <a:lvl5pPr marL="1828800" indent="0">
              <a:buNone/>
              <a:defRPr sz="2000">
                <a:latin typeface="Roboto Medium" panose="02000000000000000000" pitchFamily="2" charset="0"/>
                <a:ea typeface="Roboto Medium" panose="02000000000000000000" pitchFamily="2" charset="0"/>
              </a:defRPr>
            </a:lvl5pPr>
          </a:lstStyle>
          <a:p>
            <a:pPr algn="ctr">
              <a:buClr>
                <a:schemeClr val="accent2"/>
              </a:buClr>
            </a:pPr>
            <a:r>
              <a:rPr lang="en-US" sz="2000" dirty="0">
                <a:solidFill>
                  <a:schemeClr val="bg1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Condensed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https://www.Litware.com</a:t>
            </a:r>
            <a:endParaRPr lang="en-US" sz="2000" dirty="0">
              <a:solidFill>
                <a:schemeClr val="bg1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Condensed" panose="020000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A4164-C3C0-349C-33CD-9D751810A0DF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5482AA-3FC3-2551-3928-D27FE4A4AB6C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79D89-4659-2131-8AEC-9F6EF301FCA0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643E04E-EB9A-D073-41F3-F9B88A99FA50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27600EA-5A7A-5E42-AB29-CCA9C3C8C69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614083"/>
      </p:ext>
    </p:extLst>
  </p:cSld>
  <p:clrMapOvr>
    <a:masterClrMapping/>
  </p:clrMapOvr>
</p:sldLayout>
</file>

<file path=ppt/slideLayouts/slideLayout15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Tertiary Sectio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F4B13AE-30E1-35C7-C661-6D09A794D61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0D00CAD9-51CB-3CAE-A6C7-0E0F95408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1964" y="4179274"/>
            <a:ext cx="7429502" cy="6771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Tertiary Section Intro</a:t>
            </a:r>
            <a:endParaRPr lang="en-ZA" dirty="0"/>
          </a:p>
        </p:txBody>
      </p:sp>
      <p:sp>
        <p:nvSpPr>
          <p:cNvPr id="5" name="Text Placeholder 64">
            <a:extLst>
              <a:ext uri="{FF2B5EF4-FFF2-40B4-BE49-F238E27FC236}">
                <a16:creationId xmlns:a16="http://schemas.microsoft.com/office/drawing/2014/main" id="{FDFE99F9-EB6E-5E9D-54C2-37F3B832555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0252" y="4933942"/>
            <a:ext cx="6345065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b="0">
                <a:solidFill>
                  <a:schemeClr val="tx2"/>
                </a:solidFill>
                <a:latin typeface="Roboto Medium" panose="02000000000000000000" pitchFamily="2" charset="0"/>
                <a:ea typeface="Roboto Medium" panose="02000000000000000000" pitchFamily="2" charset="0"/>
              </a:defRPr>
            </a:lvl1pPr>
          </a:lstStyle>
          <a:p>
            <a:pPr lvl="0"/>
            <a:r>
              <a:rPr lang="en-US" dirty="0"/>
              <a:t>Name of expert or presenter of section</a:t>
            </a:r>
            <a:endParaRPr lang="en-ZA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D4F50-6DC7-9C69-6898-94AF04FF7F26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4B36FE-12B1-66D6-AC44-983968D37691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C62490-552D-EDCA-8B0E-C4BC0B927F2D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5671375D-3DD0-9A89-1F14-70FE4BCA66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619176"/>
      </p:ext>
    </p:extLst>
  </p:cSld>
  <p:clrMapOvr>
    <a:masterClrMapping/>
  </p:clrMapOvr>
</p:sldLayout>
</file>

<file path=ppt/slideLayouts/slideLayout16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59">
            <a:extLst>
              <a:ext uri="{FF2B5EF4-FFF2-40B4-BE49-F238E27FC236}">
                <a16:creationId xmlns:a16="http://schemas.microsoft.com/office/drawing/2014/main" id="{86A76248-BF5A-E59A-A4F4-6E87AE4AEA59}"/>
              </a:ext>
            </a:extLst>
          </p:cNvPr>
          <p:cNvSpPr txBox="1">
            <a:spLocks/>
          </p:cNvSpPr>
          <p:nvPr userDrawn="1"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Title of the Slide</a:t>
            </a:r>
            <a:endParaRPr lang="en-ZA" dirty="0"/>
          </a:p>
        </p:txBody>
      </p:sp>
      <p:sp>
        <p:nvSpPr>
          <p:cNvPr id="22" name="Text Placeholder 59">
            <a:extLst>
              <a:ext uri="{FF2B5EF4-FFF2-40B4-BE49-F238E27FC236}">
                <a16:creationId xmlns:a16="http://schemas.microsoft.com/office/drawing/2014/main" id="{CC839256-4BA9-97A8-6790-ACE1AE4E79FC}"/>
              </a:ext>
            </a:extLst>
          </p:cNvPr>
          <p:cNvSpPr txBox="1">
            <a:spLocks/>
          </p:cNvSpPr>
          <p:nvPr userDrawn="1"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rPr>
              <a:t>EYEBROW TITLE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826A281-BA45-22FA-A5B4-B7DFCC8F4EC2}"/>
              </a:ext>
            </a:extLst>
          </p:cNvPr>
          <p:cNvSpPr/>
          <p:nvPr userDrawn="1"/>
        </p:nvSpPr>
        <p:spPr>
          <a:xfrm>
            <a:off x="1200150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CD425137-2E54-A2EE-26D8-A93931472D45}"/>
              </a:ext>
            </a:extLst>
          </p:cNvPr>
          <p:cNvSpPr/>
          <p:nvPr userDrawn="1"/>
        </p:nvSpPr>
        <p:spPr>
          <a:xfrm>
            <a:off x="3750413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5034BBE-0F7B-F10B-DC3A-0431AD2F5149}"/>
              </a:ext>
            </a:extLst>
          </p:cNvPr>
          <p:cNvSpPr/>
          <p:nvPr userDrawn="1"/>
        </p:nvSpPr>
        <p:spPr>
          <a:xfrm>
            <a:off x="6300675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2C00E9E0-613B-6CB5-4CEE-626AAB716AAC}"/>
              </a:ext>
            </a:extLst>
          </p:cNvPr>
          <p:cNvSpPr/>
          <p:nvPr userDrawn="1"/>
        </p:nvSpPr>
        <p:spPr>
          <a:xfrm>
            <a:off x="8850938" y="2819399"/>
            <a:ext cx="2312362" cy="3020005"/>
          </a:xfrm>
          <a:prstGeom prst="roundRect">
            <a:avLst>
              <a:gd name="adj" fmla="val 5777"/>
            </a:avLst>
          </a:prstGeom>
          <a:solidFill>
            <a:srgbClr val="F5F5FA"/>
          </a:solidFill>
          <a:ln w="15875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5" name="Rectangle: Top Corners Rounded 34">
            <a:extLst>
              <a:ext uri="{FF2B5EF4-FFF2-40B4-BE49-F238E27FC236}">
                <a16:creationId xmlns:a16="http://schemas.microsoft.com/office/drawing/2014/main" id="{4D653E69-3324-CF4D-CB4D-4D1E9013CAE1}"/>
              </a:ext>
            </a:extLst>
          </p:cNvPr>
          <p:cNvSpPr/>
          <p:nvPr userDrawn="1"/>
        </p:nvSpPr>
        <p:spPr>
          <a:xfrm rot="10800000">
            <a:off x="1200149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6" name="Rectangle: Top Corners Rounded 35">
            <a:extLst>
              <a:ext uri="{FF2B5EF4-FFF2-40B4-BE49-F238E27FC236}">
                <a16:creationId xmlns:a16="http://schemas.microsoft.com/office/drawing/2014/main" id="{7C09F21A-8E9C-EC91-6978-D116CD8B8C9F}"/>
              </a:ext>
            </a:extLst>
          </p:cNvPr>
          <p:cNvSpPr/>
          <p:nvPr userDrawn="1"/>
        </p:nvSpPr>
        <p:spPr>
          <a:xfrm rot="10800000">
            <a:off x="3747961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7" name="Rectangle: Top Corners Rounded 36">
            <a:extLst>
              <a:ext uri="{FF2B5EF4-FFF2-40B4-BE49-F238E27FC236}">
                <a16:creationId xmlns:a16="http://schemas.microsoft.com/office/drawing/2014/main" id="{7E30C93A-0C8D-593C-2F48-66A032EDBAA5}"/>
              </a:ext>
            </a:extLst>
          </p:cNvPr>
          <p:cNvSpPr/>
          <p:nvPr userDrawn="1"/>
        </p:nvSpPr>
        <p:spPr>
          <a:xfrm rot="10800000">
            <a:off x="6300674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8" name="Rectangle: Top Corners Rounded 37">
            <a:extLst>
              <a:ext uri="{FF2B5EF4-FFF2-40B4-BE49-F238E27FC236}">
                <a16:creationId xmlns:a16="http://schemas.microsoft.com/office/drawing/2014/main" id="{4DE35A8D-DA7F-141E-6135-93C67CB6BC54}"/>
              </a:ext>
            </a:extLst>
          </p:cNvPr>
          <p:cNvSpPr/>
          <p:nvPr userDrawn="1"/>
        </p:nvSpPr>
        <p:spPr>
          <a:xfrm rot="10800000">
            <a:off x="8850935" y="5705474"/>
            <a:ext cx="2312362" cy="13392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5C883E-4CE2-3C96-8EBB-CB6ABCAC00A6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482F796-AB7F-F650-64E9-ED2302202F67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730119-D160-9413-DFCB-18FF1D73CBB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51E976CA-CBAB-CEBB-F598-CE8B66B48FD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673C9FB0-8006-78BE-B3C0-36FEBEBDA3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27828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Two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1" name="Text Placeholder 49">
            <a:extLst>
              <a:ext uri="{FF2B5EF4-FFF2-40B4-BE49-F238E27FC236}">
                <a16:creationId xmlns:a16="http://schemas.microsoft.com/office/drawing/2014/main" id="{BBA086A6-2160-CA36-B706-22D8F0D81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8412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One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3" name="Text Placeholder 49">
            <a:extLst>
              <a:ext uri="{FF2B5EF4-FFF2-40B4-BE49-F238E27FC236}">
                <a16:creationId xmlns:a16="http://schemas.microsoft.com/office/drawing/2014/main" id="{A337F9F5-F86A-BE29-6A33-3E040B9EB10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80542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Three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4" name="Text Placeholder 49">
            <a:extLst>
              <a:ext uri="{FF2B5EF4-FFF2-40B4-BE49-F238E27FC236}">
                <a16:creationId xmlns:a16="http://schemas.microsoft.com/office/drawing/2014/main" id="{FBBC7FAF-A1B4-E8FB-05A4-91FCD2BBC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30803" y="3189377"/>
            <a:ext cx="1952625" cy="2443162"/>
          </a:xfrm>
        </p:spPr>
        <p:txBody>
          <a:bodyPr/>
          <a:lstStyle>
            <a:lvl1pPr marL="0" algn="ctr">
              <a:defRPr b="1"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Heading Four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conesectetur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2"/>
            <a:r>
              <a:rPr lang="en-US" dirty="0"/>
              <a:t>List Item 1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2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3</a:t>
            </a:r>
          </a:p>
          <a:p>
            <a:pPr marL="0" marR="0" lvl="2" indent="0" algn="ctr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List Item 4</a:t>
            </a:r>
          </a:p>
        </p:txBody>
      </p:sp>
      <p:sp>
        <p:nvSpPr>
          <p:cNvPr id="59" name="Picture Placeholder 55">
            <a:extLst>
              <a:ext uri="{FF2B5EF4-FFF2-40B4-BE49-F238E27FC236}">
                <a16:creationId xmlns:a16="http://schemas.microsoft.com/office/drawing/2014/main" id="{E1118D0D-15C8-AD87-4BF5-93D68D59C5CC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9256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0" name="Picture Placeholder 55">
            <a:extLst>
              <a:ext uri="{FF2B5EF4-FFF2-40B4-BE49-F238E27FC236}">
                <a16:creationId xmlns:a16="http://schemas.microsoft.com/office/drawing/2014/main" id="{E2E55F33-D896-DDCF-0101-8DC2712BC82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849330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sp>
        <p:nvSpPr>
          <p:cNvPr id="61" name="Picture Placeholder 55">
            <a:extLst>
              <a:ext uri="{FF2B5EF4-FFF2-40B4-BE49-F238E27FC236}">
                <a16:creationId xmlns:a16="http://schemas.microsoft.com/office/drawing/2014/main" id="{B9221AD0-72C3-8769-573E-92ED2B10A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199397" y="1676128"/>
            <a:ext cx="2313115" cy="1340602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 dirty="0"/>
          </a:p>
        </p:txBody>
      </p:sp>
      <p:sp>
        <p:nvSpPr>
          <p:cNvPr id="62" name="Picture Placeholder 55">
            <a:extLst>
              <a:ext uri="{FF2B5EF4-FFF2-40B4-BE49-F238E27FC236}">
                <a16:creationId xmlns:a16="http://schemas.microsoft.com/office/drawing/2014/main" id="{AA155B6A-7FB1-3639-222C-65C142A62A2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755315" y="1676128"/>
            <a:ext cx="2315569" cy="1349626"/>
          </a:xfrm>
          <a:prstGeom prst="round2SameRect">
            <a:avLst>
              <a:gd name="adj1" fmla="val 10983"/>
              <a:gd name="adj2" fmla="val 0"/>
            </a:avLst>
          </a:prstGeom>
          <a:solidFill>
            <a:schemeClr val="tx1"/>
          </a:solidFill>
        </p:spPr>
        <p:txBody>
          <a:bodyPr/>
          <a:lstStyle/>
          <a:p>
            <a:endParaRPr lang="en-ZA"/>
          </a:p>
        </p:txBody>
      </p:sp>
      <p:pic>
        <p:nvPicPr>
          <p:cNvPr id="2" name="Picture 1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0C4123F0-FF29-5A44-692E-FC9CF8474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883438"/>
      </p:ext>
    </p:extLst>
  </p:cSld>
  <p:clrMapOvr>
    <a:masterClrMapping/>
  </p:clrMapOvr>
</p:sldLayout>
</file>

<file path=ppt/slideLayouts/slideLayout17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In Picture_Large 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ABDB7842-293C-A131-0CC6-B27D2B7E67CE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"/>
            <a:ext cx="12192000" cy="4219574"/>
          </a:xfrm>
          <a:prstGeom prst="rect">
            <a:avLst/>
          </a:prstGeom>
          <a:solidFill>
            <a:srgbClr val="F5F5FA"/>
          </a:solidFill>
        </p:spPr>
        <p:txBody>
          <a:bodyPr anchor="ctr" anchorCtr="0"/>
          <a:lstStyle>
            <a:lvl1pPr algn="ctr">
              <a:defRPr/>
            </a:lvl1pPr>
          </a:lstStyle>
          <a:p>
            <a:endParaRPr lang="en-Z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0102C82-6941-E00A-DD82-E909EC0C4C63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64D44D-9C4A-B530-0DDB-0C9CB5AB90A1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AB71D-E065-2E0E-1132-3834EF9FA9D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DC1BC3B-C546-86A2-6CD4-B20B8659C999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59">
            <a:extLst>
              <a:ext uri="{FF2B5EF4-FFF2-40B4-BE49-F238E27FC236}">
                <a16:creationId xmlns:a16="http://schemas.microsoft.com/office/drawing/2014/main" id="{FD0C92F8-0847-DF01-CF46-CDC2FEE236C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798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0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Goes Here</a:t>
            </a:r>
            <a:endParaRPr lang="en-ZA" dirty="0"/>
          </a:p>
        </p:txBody>
      </p:sp>
      <p:sp>
        <p:nvSpPr>
          <p:cNvPr id="4" name="Text Placeholder 59">
            <a:extLst>
              <a:ext uri="{FF2B5EF4-FFF2-40B4-BE49-F238E27FC236}">
                <a16:creationId xmlns:a16="http://schemas.microsoft.com/office/drawing/2014/main" id="{C610C385-0FC6-20C2-4BE8-66513D08987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 b="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EYEBROW TITLE GOES HERE</a:t>
            </a:r>
          </a:p>
        </p:txBody>
      </p:sp>
      <p:sp>
        <p:nvSpPr>
          <p:cNvPr id="2" name="Text Placeholder 49">
            <a:extLst>
              <a:ext uri="{FF2B5EF4-FFF2-40B4-BE49-F238E27FC236}">
                <a16:creationId xmlns:a16="http://schemas.microsoft.com/office/drawing/2014/main" id="{DCA077AE-8B68-BBC4-EF4C-D1C8C9131B1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99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5" name="Text Placeholder 49">
            <a:extLst>
              <a:ext uri="{FF2B5EF4-FFF2-40B4-BE49-F238E27FC236}">
                <a16:creationId xmlns:a16="http://schemas.microsoft.com/office/drawing/2014/main" id="{08D90403-1E95-FCB9-563F-56D53F722F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99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6" name="Text Placeholder 49">
            <a:extLst>
              <a:ext uri="{FF2B5EF4-FFF2-40B4-BE49-F238E27FC236}">
                <a16:creationId xmlns:a16="http://schemas.microsoft.com/office/drawing/2014/main" id="{05EDB0E7-6715-BF90-B0FC-55FDE734B7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99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7" name="Text Placeholder 49">
            <a:extLst>
              <a:ext uri="{FF2B5EF4-FFF2-40B4-BE49-F238E27FC236}">
                <a16:creationId xmlns:a16="http://schemas.microsoft.com/office/drawing/2014/main" id="{1BABCD11-31E4-CBD4-2A8A-DB0AE4F2E9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99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15" name="Text Placeholder 49">
            <a:extLst>
              <a:ext uri="{FF2B5EF4-FFF2-40B4-BE49-F238E27FC236}">
                <a16:creationId xmlns:a16="http://schemas.microsoft.com/office/drawing/2014/main" id="{65D8261F-27E0-F6C7-F626-93BDCE11637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92143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6" name="Text Placeholder 49">
            <a:extLst>
              <a:ext uri="{FF2B5EF4-FFF2-40B4-BE49-F238E27FC236}">
                <a16:creationId xmlns:a16="http://schemas.microsoft.com/office/drawing/2014/main" id="{64A38A8C-1002-D068-8802-8754ECEF6E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92143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17" name="Text Placeholder 49">
            <a:extLst>
              <a:ext uri="{FF2B5EF4-FFF2-40B4-BE49-F238E27FC236}">
                <a16:creationId xmlns:a16="http://schemas.microsoft.com/office/drawing/2014/main" id="{52795CAE-B18F-E202-B136-1047E7F81A6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2143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18" name="Text Placeholder 49">
            <a:extLst>
              <a:ext uri="{FF2B5EF4-FFF2-40B4-BE49-F238E27FC236}">
                <a16:creationId xmlns:a16="http://schemas.microsoft.com/office/drawing/2014/main" id="{0A4E827D-E0F2-DA07-2FF1-F02B1308DD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2143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C02C215-9D34-3F4B-EF6C-4BC5AEE4AB45}"/>
              </a:ext>
            </a:extLst>
          </p:cNvPr>
          <p:cNvCxnSpPr>
            <a:cxnSpLocks/>
          </p:cNvCxnSpPr>
          <p:nvPr userDrawn="1"/>
        </p:nvCxnSpPr>
        <p:spPr>
          <a:xfrm flipV="1">
            <a:off x="4930112" y="2727960"/>
            <a:ext cx="0" cy="154686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49">
            <a:extLst>
              <a:ext uri="{FF2B5EF4-FFF2-40B4-BE49-F238E27FC236}">
                <a16:creationId xmlns:a16="http://schemas.microsoft.com/office/drawing/2014/main" id="{8195B917-4EB9-5DAD-C576-1320BEE8F31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92881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03</a:t>
            </a:r>
          </a:p>
        </p:txBody>
      </p:sp>
      <p:sp>
        <p:nvSpPr>
          <p:cNvPr id="22" name="Text Placeholder 49">
            <a:extLst>
              <a:ext uri="{FF2B5EF4-FFF2-40B4-BE49-F238E27FC236}">
                <a16:creationId xmlns:a16="http://schemas.microsoft.com/office/drawing/2014/main" id="{DE0D69DC-63FD-4E35-AE1A-55EFBB78880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92882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3" name="Text Placeholder 49">
            <a:extLst>
              <a:ext uri="{FF2B5EF4-FFF2-40B4-BE49-F238E27FC236}">
                <a16:creationId xmlns:a16="http://schemas.microsoft.com/office/drawing/2014/main" id="{8EC247BB-B7C7-93E2-31F4-963AC0D0A99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92882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4" name="Text Placeholder 49">
            <a:extLst>
              <a:ext uri="{FF2B5EF4-FFF2-40B4-BE49-F238E27FC236}">
                <a16:creationId xmlns:a16="http://schemas.microsoft.com/office/drawing/2014/main" id="{0CCCFE89-54D7-590E-F0F2-C449334B4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92881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26" name="Text Placeholder 49">
            <a:extLst>
              <a:ext uri="{FF2B5EF4-FFF2-40B4-BE49-F238E27FC236}">
                <a16:creationId xmlns:a16="http://schemas.microsoft.com/office/drawing/2014/main" id="{0F5DE53E-B105-2370-32BE-DB917D9E7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63640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04</a:t>
            </a:r>
          </a:p>
        </p:txBody>
      </p:sp>
      <p:sp>
        <p:nvSpPr>
          <p:cNvPr id="27" name="Text Placeholder 49">
            <a:extLst>
              <a:ext uri="{FF2B5EF4-FFF2-40B4-BE49-F238E27FC236}">
                <a16:creationId xmlns:a16="http://schemas.microsoft.com/office/drawing/2014/main" id="{3C4D3FE9-49A0-B66E-9342-3A16459C67A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63641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28" name="Text Placeholder 49">
            <a:extLst>
              <a:ext uri="{FF2B5EF4-FFF2-40B4-BE49-F238E27FC236}">
                <a16:creationId xmlns:a16="http://schemas.microsoft.com/office/drawing/2014/main" id="{A2E9F97D-5D02-5525-65B0-B836D2C69D5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63641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29" name="Text Placeholder 49">
            <a:extLst>
              <a:ext uri="{FF2B5EF4-FFF2-40B4-BE49-F238E27FC236}">
                <a16:creationId xmlns:a16="http://schemas.microsoft.com/office/drawing/2014/main" id="{B6CB197B-6011-F26A-DBFE-7C9CA6BC27F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463640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sp>
        <p:nvSpPr>
          <p:cNvPr id="33" name="Text Placeholder 49">
            <a:extLst>
              <a:ext uri="{FF2B5EF4-FFF2-40B4-BE49-F238E27FC236}">
                <a16:creationId xmlns:a16="http://schemas.microsoft.com/office/drawing/2014/main" id="{2689F669-7FD9-C9A9-2599-7C82219920D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690302" y="2785520"/>
            <a:ext cx="873302" cy="673305"/>
          </a:xfrm>
        </p:spPr>
        <p:txBody>
          <a:bodyPr>
            <a:normAutofit/>
          </a:bodyPr>
          <a:lstStyle>
            <a:lvl1pPr marL="0" algn="l">
              <a:defRPr sz="44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05</a:t>
            </a:r>
          </a:p>
        </p:txBody>
      </p:sp>
      <p:sp>
        <p:nvSpPr>
          <p:cNvPr id="34" name="Text Placeholder 49">
            <a:extLst>
              <a:ext uri="{FF2B5EF4-FFF2-40B4-BE49-F238E27FC236}">
                <a16:creationId xmlns:a16="http://schemas.microsoft.com/office/drawing/2014/main" id="{FE6968B5-3C21-0E6F-A28A-D811F114741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690303" y="3413105"/>
            <a:ext cx="1790700" cy="289862"/>
          </a:xfrm>
        </p:spPr>
        <p:txBody>
          <a:bodyPr>
            <a:noAutofit/>
          </a:bodyPr>
          <a:lstStyle>
            <a:lvl1pPr marL="0" algn="l">
              <a:defRPr sz="1800" b="1">
                <a:solidFill>
                  <a:schemeClr val="bg1"/>
                </a:solidFill>
                <a:latin typeface="+mj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PLACEHOLDER</a:t>
            </a:r>
          </a:p>
        </p:txBody>
      </p:sp>
      <p:sp>
        <p:nvSpPr>
          <p:cNvPr id="35" name="Text Placeholder 49">
            <a:extLst>
              <a:ext uri="{FF2B5EF4-FFF2-40B4-BE49-F238E27FC236}">
                <a16:creationId xmlns:a16="http://schemas.microsoft.com/office/drawing/2014/main" id="{F578F78E-5B45-FBC0-80DC-1F2DC668A5DE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690303" y="3817254"/>
            <a:ext cx="1790700" cy="289862"/>
          </a:xfrm>
        </p:spPr>
        <p:txBody>
          <a:bodyPr>
            <a:noAutofit/>
          </a:bodyPr>
          <a:lstStyle>
            <a:lvl1pPr marL="0" algn="l">
              <a:defRPr sz="1400" b="0">
                <a:solidFill>
                  <a:schemeClr val="bg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/>
              <a:t>Eyebrow here</a:t>
            </a:r>
          </a:p>
        </p:txBody>
      </p:sp>
      <p:sp>
        <p:nvSpPr>
          <p:cNvPr id="36" name="Text Placeholder 49">
            <a:extLst>
              <a:ext uri="{FF2B5EF4-FFF2-40B4-BE49-F238E27FC236}">
                <a16:creationId xmlns:a16="http://schemas.microsoft.com/office/drawing/2014/main" id="{4F698BD3-C982-3B80-25DA-75455225B36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690302" y="4455020"/>
            <a:ext cx="1877558" cy="1384838"/>
          </a:xfrm>
        </p:spPr>
        <p:txBody>
          <a:bodyPr>
            <a:noAutofit/>
          </a:bodyPr>
          <a:lstStyle>
            <a:lvl1pPr marL="0" algn="l">
              <a:lnSpc>
                <a:spcPct val="100000"/>
              </a:lnSpc>
              <a:defRPr sz="1200" b="0">
                <a:solidFill>
                  <a:schemeClr val="tx1"/>
                </a:solidFill>
                <a:latin typeface="+mn-lt"/>
              </a:defRPr>
            </a:lvl1pPr>
            <a:lvl2pPr marL="0" algn="ctr">
              <a:defRPr sz="1400"/>
            </a:lvl2pPr>
            <a:lvl3pPr marL="0" algn="ctr">
              <a:defRPr/>
            </a:lvl3pPr>
            <a:lvl4pPr marL="0" algn="ctr">
              <a:defRPr/>
            </a:lvl4pPr>
            <a:lvl5pPr marL="0" algn="ctr">
              <a:defRPr/>
            </a:lvl5pPr>
          </a:lstStyle>
          <a:p>
            <a:pPr lvl="0"/>
            <a:r>
              <a:rPr lang="en-US" dirty="0" err="1"/>
              <a:t>Curabitur</a:t>
            </a:r>
            <a:r>
              <a:rPr lang="en-US" dirty="0"/>
              <a:t> vitae ex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leo</a:t>
            </a:r>
            <a:r>
              <a:rPr lang="en-US" dirty="0"/>
              <a:t> </a:t>
            </a:r>
            <a:r>
              <a:rPr lang="en-US" dirty="0" err="1"/>
              <a:t>consectetur</a:t>
            </a:r>
            <a:r>
              <a:rPr lang="en-US" dirty="0"/>
              <a:t> cursus. Vestibulum ante ipsum </a:t>
            </a:r>
            <a:r>
              <a:rPr lang="en-US" dirty="0" err="1"/>
              <a:t>primis</a:t>
            </a:r>
            <a:r>
              <a:rPr lang="en-US" dirty="0"/>
              <a:t> in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orci</a:t>
            </a:r>
            <a:r>
              <a:rPr lang="en-US" dirty="0"/>
              <a:t> </a:t>
            </a:r>
            <a:r>
              <a:rPr lang="en-US" dirty="0" err="1"/>
              <a:t>luctus</a:t>
            </a:r>
            <a:r>
              <a:rPr lang="en-US" dirty="0"/>
              <a:t> et </a:t>
            </a:r>
            <a:r>
              <a:rPr lang="en-US" dirty="0" err="1"/>
              <a:t>ultrices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cubilia</a:t>
            </a:r>
            <a:r>
              <a:rPr lang="en-US" dirty="0"/>
              <a:t> curae; </a:t>
            </a:r>
            <a:r>
              <a:rPr lang="en-US" dirty="0" err="1"/>
              <a:t>Nullam</a:t>
            </a:r>
            <a:r>
              <a:rPr lang="en-US" dirty="0"/>
              <a:t> non.</a:t>
            </a:r>
          </a:p>
        </p:txBody>
      </p:sp>
      <p:pic>
        <p:nvPicPr>
          <p:cNvPr id="8" name="Picture 7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1F51A61E-878E-5B43-B854-28A46D10C7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0250"/>
      </p:ext>
    </p:extLst>
  </p:cSld>
  <p:clrMapOvr>
    <a:masterClrMapping/>
  </p:clrMapOvr>
</p:sldLayout>
</file>

<file path=ppt/slideLayouts/slideLayout18.xml><?xml version="1.0" encoding="utf-8"?>
<p:sldLayout xmlns:a16="http://schemas.microsoft.com/office/drawing/2014/main" xmlns:a14="http://schemas.microsoft.com/office/drawing/2010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Content Slide_No Eyeb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59">
            <a:extLst>
              <a:ext uri="{FF2B5EF4-FFF2-40B4-BE49-F238E27FC236}">
                <a16:creationId xmlns:a16="http://schemas.microsoft.com/office/drawing/2014/main" id="{31473982-E5B2-69E0-A0FD-C91F21EEC0B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1315" y="509029"/>
            <a:ext cx="477411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3200" b="1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marL="4572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9144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13716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1828800" indent="0">
              <a:buNone/>
              <a:defRPr sz="3600" b="1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Slide Title No Eyebrow</a:t>
            </a:r>
            <a:endParaRPr lang="en-Z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EA598E0-A8D3-8C7C-3E74-5214582F25E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3951" y="1871662"/>
            <a:ext cx="10537825" cy="3114675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18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>
              <a:spcAft>
                <a:spcPts val="600"/>
              </a:spcAft>
              <a:buClr>
                <a:srgbClr val="F17042"/>
              </a:buClr>
            </a:pPr>
            <a:r>
              <a:rPr lang="en-US" sz="1800" dirty="0">
                <a:solidFill>
                  <a:srgbClr val="1D4159"/>
                </a:solidFill>
                <a:latin typeface="Roboto Medium" panose="02000000000000000000" pitchFamily="2" charset="0"/>
                <a:ea typeface="Roboto Medium" panose="02000000000000000000" pitchFamily="2" charset="0"/>
              </a:rPr>
              <a:t>Heading</a:t>
            </a:r>
          </a:p>
          <a:p>
            <a:pPr marL="180000" indent="-180000">
              <a:spcAft>
                <a:spcPts val="300"/>
              </a:spcAft>
              <a:buClr>
                <a:srgbClr val="F17042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6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6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742950" lvl="1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―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  <a:p>
            <a:pPr marL="1200150" lvl="2" indent="-285750">
              <a:spcAft>
                <a:spcPts val="300"/>
              </a:spcAft>
              <a:buClr>
                <a:srgbClr val="F17042"/>
              </a:buClr>
              <a:buFont typeface="Roboto" panose="02000000000000000000" pitchFamily="2" charset="0"/>
              <a:buChar char="×"/>
            </a:pP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 ipsum dolor sit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consectetur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adipiscing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en-US" sz="1500" dirty="0" err="1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elit</a:t>
            </a:r>
            <a:r>
              <a:rPr lang="en-US" sz="1500" dirty="0">
                <a:solidFill>
                  <a:srgbClr val="1D415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8F28443-B115-E618-4BEE-634B8C605637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89043C-1377-F9A4-243C-935ADD627F2F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09EFD6-83F5-2C51-A779-67AD075B3369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BD1697-1D75-D443-5434-1E1F2D5E2EA3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A logo with a light bulb and flames&#10;&#10;AI-generated content may be incorrect.">
            <a:extLst>
              <a:ext uri="{FF2B5EF4-FFF2-40B4-BE49-F238E27FC236}">
                <a16:creationId xmlns:a16="http://schemas.microsoft.com/office/drawing/2014/main" id="{41796784-408A-2E43-D860-213C123531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8875" y="0"/>
            <a:ext cx="1837413" cy="866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55458"/>
      </p:ext>
    </p:extLst>
  </p:cSld>
  <p:clrMapOvr>
    <a:masterClrMapping/>
  </p:clrMapOvr>
</p:sldLayout>
</file>

<file path=ppt/slideLayouts/slideLayout19.xml><?xml version="1.0" encoding="utf-8"?>
<p:sldLayout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preserve="1" userDrawn="1">
  <p:cSld name="1_Circuitry_Primary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8E6FD362-DC1E-B9FA-124B-D3A422101C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3103"/>
          <a:stretch/>
        </p:blipFill>
        <p:spPr>
          <a:xfrm rot="10800000">
            <a:off x="651221" y="1325520"/>
            <a:ext cx="11049002" cy="553248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C4C44DD-4500-6F64-B20B-35124C585144}"/>
              </a:ext>
            </a:extLst>
          </p:cNvPr>
          <p:cNvSpPr/>
          <p:nvPr userDrawn="1"/>
        </p:nvSpPr>
        <p:spPr>
          <a:xfrm>
            <a:off x="0" y="6411710"/>
            <a:ext cx="12192000" cy="446290"/>
          </a:xfrm>
          <a:prstGeom prst="rect">
            <a:avLst/>
          </a:prstGeom>
          <a:gradFill>
            <a:gsLst>
              <a:gs pos="0">
                <a:srgbClr val="F27242"/>
              </a:gs>
              <a:gs pos="100000">
                <a:srgbClr val="E75D3D"/>
              </a:gs>
            </a:gsLst>
            <a:lin ang="432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3C21B8-F272-88BA-F330-40396307E593}"/>
              </a:ext>
            </a:extLst>
          </p:cNvPr>
          <p:cNvSpPr txBox="1"/>
          <p:nvPr userDrawn="1"/>
        </p:nvSpPr>
        <p:spPr>
          <a:xfrm>
            <a:off x="539396" y="6518377"/>
            <a:ext cx="1689454" cy="2033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US" sz="1400" b="1" spc="50" baseline="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Litware.com</a:t>
            </a:r>
            <a:endParaRPr lang="en-ZA" sz="14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507C50-0FF1-C8F1-8CF0-25A4DB0803FD}"/>
              </a:ext>
            </a:extLst>
          </p:cNvPr>
          <p:cNvSpPr txBox="1"/>
          <p:nvPr userDrawn="1"/>
        </p:nvSpPr>
        <p:spPr>
          <a:xfrm>
            <a:off x="10010769" y="6518377"/>
            <a:ext cx="1689454" cy="22072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fld id="{329ECA23-66F2-4EC3-A2B3-56E360310663}" type="slidenum">
              <a:rPr lang="en-US" sz="1400" b="1" spc="50" baseline="0" smtClean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‹#›</a:t>
            </a:fld>
            <a:endParaRPr lang="en-ZA" sz="1600" b="1" spc="50" baseline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31FE850-5DE7-4B28-89E9-8254695B571E}"/>
              </a:ext>
            </a:extLst>
          </p:cNvPr>
          <p:cNvCxnSpPr>
            <a:cxnSpLocks/>
          </p:cNvCxnSpPr>
          <p:nvPr userDrawn="1"/>
        </p:nvCxnSpPr>
        <p:spPr>
          <a:xfrm>
            <a:off x="11290300" y="6529740"/>
            <a:ext cx="0" cy="191963"/>
          </a:xfrm>
          <a:prstGeom prst="line">
            <a:avLst/>
          </a:prstGeom>
          <a:ln w="19050">
            <a:solidFill>
              <a:srgbClr val="F4F5F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3A7E5B63-5EFD-B611-5A09-66C89C57B827}"/>
              </a:ext>
            </a:extLst>
          </p:cNvPr>
          <p:cNvSpPr>
            <a:spLocks/>
          </p:cNvSpPr>
          <p:nvPr userDrawn="1"/>
        </p:nvSpPr>
        <p:spPr>
          <a:xfrm>
            <a:off x="0" y="-4586"/>
            <a:ext cx="12192000" cy="6416296"/>
          </a:xfrm>
          <a:prstGeom prst="rect">
            <a:avLst/>
          </a:prstGeom>
          <a:solidFill>
            <a:schemeClr val="bg1">
              <a:alpha val="9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638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A292B2-21FC-9E9C-7AE8-48BD0140D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84108-B412-9BB4-86AC-F50F5E4C5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5084C-278A-75EF-FD62-B08438BF8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C1F1D0-FB8E-429C-B070-9BDE367BC7A2}" type="datetimeFigureOut">
              <a:rPr lang="en-US" smtClean="0"/>
              <a:t>2/13/2026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C606E-39CE-23D4-371D-A5DD38E8E6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A159C-9D5D-BC72-1DAE-09E11D9FED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1050C85-01AB-4809-A763-D0D7ECC3AB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475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6" r:id="rId14"/>
    <p:sldLayoutId id="2147483843" r:id="rId15"/>
    <p:sldLayoutId id="2147483844" r:id="rId16"/>
    <p:sldLayoutId id="2147483845" r:id="rId17"/>
    <p:sldLayoutId id="2147483785" r:id="rId18"/>
    <p:sldLayoutId id="2147483846" r:id="rId1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3"/>
          <p:cNvSpPr>
            <a:spLocks noGrp="1"/>
          </p:cNvSpPr>
          <p:nvPr>
            <p:ph type="body" sz="quarter" idx="10"/>
          </p:nvPr>
        </p:nvSpPr>
        <p:spPr>
          <a:xfrm>
            <a:off x="591634" y="3857625"/>
            <a:ext cx="9285612" cy="1430147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 sz="4800" spc="50" dirty="0">
                <a:latin typeface="Roboto"/>
                <a:ea typeface="Roboto"/>
                <a:cs typeface="Roboto"/>
              </a:rPr>
              <a:t>Azure Cost Optimization Project Resul</a:t>
            </a:r>
            <a:r>
              <a:rPr lang="pl-PL" sz="4800" spc="50" dirty="0">
                <a:latin typeface="Roboto"/>
                <a:ea typeface="Roboto"/>
                <a:cs typeface="Roboto"/>
              </a:rPr>
              <a:t>ts &amp; Next Steps</a:t>
            </a:r>
          </a:p>
        </p:txBody>
      </p:sp>
      <p:sp>
        <p:nvSpPr>
          <p:cNvPr id="2" name="Подзаголовок 3">
            <a:extLst>
              <a:ext uri="{FF2B5EF4-FFF2-40B4-BE49-F238E27FC236}">
                <a16:creationId xmlns:a16="http://schemas.microsoft.com/office/drawing/2014/main" id="{2A092C7C-F82D-D901-BCDF-ADA3F933033E}"/>
              </a:ext>
            </a:extLst>
          </p:cNvPr>
          <p:cNvSpPr txBox="1">
            <a:spLocks/>
          </p:cNvSpPr>
          <p:nvPr/>
        </p:nvSpPr>
        <p:spPr>
          <a:xfrm>
            <a:off x="591634" y="2539814"/>
            <a:ext cx="10479778" cy="1153646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4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>Cascade Logistics</a:t>
            </a:r>
            <a:r>
              <a:rPr lang="en-US" sz="4800" spc="50" dirty="0" err="1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r>
              <a:rPr lang="en-US" sz="4800" spc="50" dirty="0">
                <a:solidFill>
                  <a:schemeClr val="accent1"/>
                </a:solidFill>
                <a:latin typeface="Roboto"/>
                <a:ea typeface="Roboto"/>
                <a:cs typeface="Roboto"/>
              </a:rPr>
              <a:t/>
            </a:r>
            <a:endParaRPr lang="pl-PL" sz="4800" spc="50" dirty="0">
              <a:solidFill>
                <a:schemeClr val="accent1"/>
              </a:solidFill>
              <a:latin typeface="Roboto"/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47990684"/>
      </p:ext>
    </p:extLst>
  </p:cSld>
  <p:clrMapOvr>
    <a:masterClrMapping/>
  </p:clrMapOvr>
</p:sld>
</file>

<file path=ppt/slides/slide2.xml><?xml version="1.0" encoding="utf-8"?>
<p:sld xmlns:a16="http://schemas.microsoft.com/office/drawing/2014/main" xmlns:asvg="http://schemas.microsoft.com/office/drawing/2016/SVG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5F79446-C075-FBA9-CDD7-71E49C02A03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2263320" cy="461665"/>
          </a:xfrm>
        </p:spPr>
        <p:txBody>
          <a:bodyPr/>
          <a:lstStyle/>
          <a:p>
            <a:r>
              <a:rPr lang="pl-PL" dirty="0"/>
              <a:t>Agenda</a:t>
            </a:r>
            <a:endParaRPr lang="en-ZA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15BAB81-0FF2-CECB-3A1E-DB29A2FA86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32711" y="4139734"/>
            <a:ext cx="2152480" cy="647250"/>
          </a:xfrm>
        </p:spPr>
        <p:txBody>
          <a:bodyPr>
            <a:normAutofit fontScale="77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l-PL" i="0" u="none" strike="noStrike" kern="1200" cap="none" spc="0" normalizeH="0" baseline="0" noProof="0" dirty="0">
                <a:ln>
                  <a:noFill/>
                </a:ln>
                <a:solidFill>
                  <a:srgbClr val="20465F"/>
                </a:solidFill>
                <a:effectLst/>
                <a:uLnTx/>
                <a:uFillTx/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Project Results</a:t>
            </a:r>
            <a:endParaRPr kumimoji="0" lang="en-ZA" i="0" u="none" strike="noStrike" kern="1200" cap="none" spc="0" normalizeH="0" baseline="0" noProof="0" dirty="0">
              <a:ln>
                <a:noFill/>
              </a:ln>
              <a:solidFill>
                <a:srgbClr val="20465F"/>
              </a:solidFill>
              <a:effectLst/>
              <a:uLnTx/>
              <a:uFillTx/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A4A7198-9DDB-037E-8A84-19E62CBB3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5397" y="2456064"/>
            <a:ext cx="1569466" cy="156946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D23532D7-5C16-21DC-2E0A-AC04542B03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91370" y="2520676"/>
            <a:ext cx="2209260" cy="1504854"/>
          </a:xfrm>
          <a:prstGeom prst="rect">
            <a:avLst/>
          </a:prstGeom>
        </p:spPr>
      </p:pic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2364D6B-B85C-D2C8-620A-47DDF42CC61C}"/>
              </a:ext>
            </a:extLst>
          </p:cNvPr>
          <p:cNvSpPr txBox="1">
            <a:spLocks/>
          </p:cNvSpPr>
          <p:nvPr/>
        </p:nvSpPr>
        <p:spPr>
          <a:xfrm>
            <a:off x="5171778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pl-PL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Cost Savings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92CA80C-55BB-C3B8-5143-61654567B1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55699" y="2520676"/>
            <a:ext cx="1504854" cy="1504854"/>
          </a:xfrm>
          <a:prstGeom prst="rect">
            <a:avLst/>
          </a:prstGeom>
        </p:spPr>
      </p:pic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080B700D-20D9-16B7-A07E-401078100D5A}"/>
              </a:ext>
            </a:extLst>
          </p:cNvPr>
          <p:cNvSpPr txBox="1">
            <a:spLocks/>
          </p:cNvSpPr>
          <p:nvPr/>
        </p:nvSpPr>
        <p:spPr>
          <a:xfrm>
            <a:off x="8655699" y="4025529"/>
            <a:ext cx="2152480" cy="4378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defRPr/>
            </a:pPr>
            <a:r>
              <a:rPr lang="en-US" sz="2200" dirty="0">
                <a:solidFill>
                  <a:srgbClr val="20465F"/>
                </a:solidFill>
                <a:latin typeface="Roboto Medium" panose="02000000000000000000" pitchFamily="2" charset="0"/>
                <a:ea typeface="Roboto Medium" panose="02000000000000000000" pitchFamily="2" charset="0"/>
                <a:cs typeface="Roboto Medium" panose="02000000000000000000" pitchFamily="2" charset="0"/>
              </a:rPr>
              <a:t>Next Steps</a:t>
            </a:r>
            <a:endParaRPr lang="en-ZA" sz="2200" dirty="0">
              <a:solidFill>
                <a:srgbClr val="20465F"/>
              </a:solidFill>
              <a:latin typeface="Roboto Medium" panose="02000000000000000000" pitchFamily="2" charset="0"/>
              <a:ea typeface="Roboto Medium" panose="02000000000000000000" pitchFamily="2" charset="0"/>
              <a:cs typeface="Roboto Medium" panose="02000000000000000000" pitchFamily="2" charset="0"/>
            </a:endParaRPr>
          </a:p>
          <a:p>
            <a:pPr algn="ctr">
              <a:lnSpc>
                <a:spcPct val="100000"/>
              </a:lnSpc>
            </a:pPr>
            <a:endParaRPr lang="en-US" dirty="0">
              <a:latin typeface="Roboto Medium" panose="02000000000000000000" pitchFamily="2" charset="0"/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1031008"/>
      </p:ext>
    </p:extLst>
  </p:cSld>
  <p:clrMapOvr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AAD712-CF9B-C13F-5202-C38FA5766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B2FAA5A-C2E1-9914-59FE-8608F65464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5477378" cy="461665"/>
          </a:xfrm>
        </p:spPr>
        <p:txBody>
          <a:bodyPr/>
          <a:lstStyle/>
          <a:p>
            <a:r>
              <a:rPr lang="pl-PL" dirty="0"/>
              <a:t>Where we started?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7DB2033-8416-6168-DA9D-B51D5250F85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211353-AC90-7D96-6D4F-ADC6612A34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138243"/>
              </p:ext>
            </p:extLst>
          </p:nvPr>
        </p:nvGraphicFramePr>
        <p:xfrm>
          <a:off x="1040123" y="2087082"/>
          <a:ext cx="10111754" cy="94740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6546986">
                  <a:extLst>
                    <a:ext uri="{9D8B030D-6E8A-4147-A177-3AD203B41FA5}">
                      <a16:colId xmlns:a16="http://schemas.microsoft.com/office/drawing/2014/main" val="3386276721"/>
                    </a:ext>
                  </a:extLst>
                </a:gridCol>
                <a:gridCol w="3564768">
                  <a:extLst>
                    <a:ext uri="{9D8B030D-6E8A-4147-A177-3AD203B41FA5}">
                      <a16:colId xmlns:a16="http://schemas.microsoft.com/office/drawing/2014/main" val="3790283616"/>
                    </a:ext>
                  </a:extLst>
                </a:gridCol>
              </a:tblGrid>
              <a:tr h="19743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pl-PL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Subscription Name</a:t>
                      </a:r>
                      <a:endParaRPr lang="en-US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effectLst/>
                        </a:rPr>
                        <a:t>Subscription ID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86585766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db5dc6a8-7519-440a-8c34-34caa0c1027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3950331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Azure EU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515839c7-9de2-46a6-9b92-e5fca2d657c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1754925"/>
                  </a:ext>
                </a:extLst>
              </a:tr>
              <a:tr h="224363"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b="1" dirty="0" err="1">
                          <a:solidFill>
                            <a:srgbClr val="000000"/>
                          </a:solidFill>
                          <a:effectLst/>
                        </a:rPr>
                        <a:t>VBox</a:t>
                      </a:r>
                      <a:r>
                        <a:rPr lang="en-US" sz="1400" b="1" dirty="0">
                          <a:solidFill>
                            <a:srgbClr val="000000"/>
                          </a:solidFill>
                          <a:effectLst/>
                        </a:rPr>
                        <a:t> Cloud Subscription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</a:rPr>
                        <a:t>06a858d7-ce3e-4192-b149-d3ef1dfeac98</a:t>
                      </a:r>
                      <a:endParaRPr lang="en-US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56646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4649827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CB170-3BF7-71F8-7C35-6E466BD3F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A7672C0-AB14-1B65-B21D-3EA800F5C6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8C2A2833-A7FB-A2BA-EA72-BEF36B3556D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3F2A6-233A-6A50-0ED3-EFFDD6CEE972}"/>
              </a:ext>
            </a:extLst>
          </p:cNvPr>
          <p:cNvSpPr txBox="1"/>
          <p:nvPr/>
        </p:nvSpPr>
        <p:spPr>
          <a:xfrm>
            <a:off x="94402" y="1853397"/>
            <a:ext cx="10479257" cy="2188676"/>
          </a:xfrm>
          <a:prstGeom prst="rect">
            <a:avLst/>
          </a:prstGeom>
          <a:noFill/>
        </p:spPr>
        <p:txBody>
          <a:bodyPr wrap="square" lIns="138176" tIns="69088" rIns="138176" bIns="69088" rtlCol="0" anchor="t">
            <a:spAutoFit/>
          </a:bodyPr>
          <a:lstStyle/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Optimized resources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Backlog of future optimizations</a:t>
            </a:r>
          </a:p>
          <a:p>
            <a:pPr marL="973642" indent="-457189">
              <a:spcAft>
                <a:spcPts val="1813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133" dirty="0"/>
              <a:t>The process of on-going improvements</a:t>
            </a:r>
          </a:p>
          <a:p>
            <a:pPr>
              <a:spcAft>
                <a:spcPts val="1813"/>
              </a:spcAft>
            </a:pPr>
            <a:endParaRPr lang="en-US" sz="2417" dirty="0">
              <a:ea typeface="Roboto"/>
              <a:cs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308127060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BE103C-EFE5-563E-4AEA-67BE8B167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A4337C7-87EE-63CF-274B-A22F94ABBE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Project Results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AE69EC5-CDCB-75D7-13BC-03DCB4D35C5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3" name="Content Placeholder 9">
            <a:extLst>
              <a:ext uri="{FF2B5EF4-FFF2-40B4-BE49-F238E27FC236}">
                <a16:creationId xmlns:a16="http://schemas.microsoft.com/office/drawing/2014/main" id="{11CACB0B-B3DC-9BE2-DD2E-1263014D864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88780490"/>
              </p:ext>
            </p:extLst>
          </p:nvPr>
        </p:nvGraphicFramePr>
        <p:xfrm>
          <a:off x="1713780" y="2549174"/>
          <a:ext cx="8764439" cy="276733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151872">
                  <a:extLst>
                    <a:ext uri="{9D8B030D-6E8A-4147-A177-3AD203B41FA5}">
                      <a16:colId xmlns:a16="http://schemas.microsoft.com/office/drawing/2014/main" val="4006632382"/>
                    </a:ext>
                  </a:extLst>
                </a:gridCol>
                <a:gridCol w="3612567">
                  <a:extLst>
                    <a:ext uri="{9D8B030D-6E8A-4147-A177-3AD203B41FA5}">
                      <a16:colId xmlns:a16="http://schemas.microsoft.com/office/drawing/2014/main" val="3518689523"/>
                    </a:ext>
                  </a:extLst>
                </a:gridCol>
              </a:tblGrid>
              <a:tr h="553467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Key Performance Indicators (KPI)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633909812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</a:t>
                      </a:r>
                      <a:r>
                        <a:rPr lang="pl-PL" sz="2400" dirty="0">
                          <a:solidFill>
                            <a:schemeClr val="tx1"/>
                          </a:solidFill>
                        </a:rPr>
                        <a:t>created</a:t>
                      </a:r>
                      <a:endParaRPr 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5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0866386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Tasks completed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54258110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# Optimized Resources</a:t>
                      </a: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016187173"/>
                  </a:ext>
                </a:extLst>
              </a:tr>
              <a:tr h="553467">
                <a:tc>
                  <a:txBody>
                    <a:bodyPr/>
                    <a:lstStyle/>
                    <a:p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Total Savings</a:t>
                      </a:r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 (Annual)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 marL="138176" marR="138176" marT="69088" marB="69088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1" dirty="0">
                          <a:solidFill>
                            <a:srgbClr val="C00000"/>
                          </a:solidFill>
                        </a:rPr>
                        <a:t>$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354</a:t>
                      </a:r>
                    </a:p>
                  </a:txBody>
                  <a:tcPr marL="138176" marR="138176" marT="69088" marB="69088"/>
                </a:tc>
                <a:extLst>
                  <a:ext uri="{0D108BD9-81ED-4DB2-BD59-A6C34878D82A}">
                    <a16:rowId xmlns:a16="http://schemas.microsoft.com/office/drawing/2014/main" val="3238778425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87CD1299-FABC-AE3A-0651-7C338644AF82}"/>
              </a:ext>
            </a:extLst>
          </p:cNvPr>
          <p:cNvSpPr txBox="1"/>
          <p:nvPr/>
        </p:nvSpPr>
        <p:spPr>
          <a:xfrm>
            <a:off x="4307874" y="5462166"/>
            <a:ext cx="410965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b="1" dirty="0"/>
              <a:t>ROI = 0.5 months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FB369CA-34A0-7C60-B473-ECC27E5F8314}"/>
              </a:ext>
            </a:extLst>
          </p:cNvPr>
          <p:cNvGrpSpPr/>
          <p:nvPr/>
        </p:nvGrpSpPr>
        <p:grpSpPr>
          <a:xfrm>
            <a:off x="517980" y="1437846"/>
            <a:ext cx="2373511" cy="917765"/>
            <a:chOff x="229091" y="1473448"/>
            <a:chExt cx="2373511" cy="91776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BBEEE79-55E1-03B5-E491-D263330F78E0}"/>
                </a:ext>
              </a:extLst>
            </p:cNvPr>
            <p:cNvSpPr/>
            <p:nvPr/>
          </p:nvSpPr>
          <p:spPr>
            <a:xfrm>
              <a:off x="229091" y="149120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EC85891-997D-DEB0-2979-D59EA59E80CC}"/>
                </a:ext>
              </a:extLst>
            </p:cNvPr>
            <p:cNvSpPr txBox="1"/>
            <p:nvPr/>
          </p:nvSpPr>
          <p:spPr>
            <a:xfrm>
              <a:off x="728709" y="170806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$164,794.97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F3DEBB0-6BB4-F637-CCFB-B584CAFF6EBE}"/>
                </a:ext>
              </a:extLst>
            </p:cNvPr>
            <p:cNvSpPr txBox="1"/>
            <p:nvPr/>
          </p:nvSpPr>
          <p:spPr>
            <a:xfrm>
              <a:off x="728709" y="147344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January 2026</a:t>
              </a:r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060AB63-483D-7F84-FF59-87FA4F1CA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1459" y="1698537"/>
              <a:ext cx="428685" cy="419158"/>
            </a:xfrm>
            <a:prstGeom prst="rect">
              <a:avLst/>
            </a:prstGeom>
            <a:ln>
              <a:noFill/>
            </a:ln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FEA4174-665B-B0E4-371A-119037F29D23}"/>
                </a:ext>
              </a:extLst>
            </p:cNvPr>
            <p:cNvSpPr txBox="1"/>
            <p:nvPr/>
          </p:nvSpPr>
          <p:spPr>
            <a:xfrm>
              <a:off x="727992" y="209261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Baseline Period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3E599A4-4E30-48A4-4C4A-C8201D34D49F}"/>
              </a:ext>
            </a:extLst>
          </p:cNvPr>
          <p:cNvGrpSpPr/>
          <p:nvPr/>
        </p:nvGrpSpPr>
        <p:grpSpPr>
          <a:xfrm>
            <a:off x="3190531" y="1420091"/>
            <a:ext cx="2373511" cy="917765"/>
            <a:chOff x="3158024" y="1246858"/>
            <a:chExt cx="2373511" cy="917765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15D00F4-E572-5C4F-D053-0A625C5DE5C8}"/>
                </a:ext>
              </a:extLst>
            </p:cNvPr>
            <p:cNvSpPr/>
            <p:nvPr/>
          </p:nvSpPr>
          <p:spPr>
            <a:xfrm>
              <a:off x="3158024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13AC7AF-CC62-10CA-F016-A47AE9A58F95}"/>
                </a:ext>
              </a:extLst>
            </p:cNvPr>
            <p:cNvSpPr txBox="1"/>
            <p:nvPr/>
          </p:nvSpPr>
          <p:spPr>
            <a:xfrm>
              <a:off x="3657642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$71,772.86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5EE47BC-708E-7B45-962E-D8B33AA9A929}"/>
                </a:ext>
              </a:extLst>
            </p:cNvPr>
            <p:cNvSpPr txBox="1"/>
            <p:nvPr/>
          </p:nvSpPr>
          <p:spPr>
            <a:xfrm>
              <a:off x="3657642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February 2026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FA4E6C0-2A8B-1E0E-E598-882008F8D52D}"/>
                </a:ext>
              </a:extLst>
            </p:cNvPr>
            <p:cNvSpPr txBox="1"/>
            <p:nvPr/>
          </p:nvSpPr>
          <p:spPr>
            <a:xfrm>
              <a:off x="3656925" y="1866022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A2ACBD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Comparison Period</a:t>
              </a:r>
            </a:p>
          </p:txBody>
        </p:sp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35B96BD7-3028-23FB-109D-457E4B4C4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266387" y="1456157"/>
              <a:ext cx="409632" cy="419158"/>
            </a:xfrm>
            <a:prstGeom prst="rect">
              <a:avLst/>
            </a:prstGeom>
          </p:spPr>
        </p:pic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89269A6-D335-4350-6E2F-71B436874633}"/>
              </a:ext>
            </a:extLst>
          </p:cNvPr>
          <p:cNvGrpSpPr/>
          <p:nvPr/>
        </p:nvGrpSpPr>
        <p:grpSpPr>
          <a:xfrm>
            <a:off x="9163671" y="1420091"/>
            <a:ext cx="2373511" cy="917765"/>
            <a:chOff x="9163671" y="1246858"/>
            <a:chExt cx="2373511" cy="91776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3A286FF-EE68-1F6E-496A-BA13E0630B57}"/>
                </a:ext>
              </a:extLst>
            </p:cNvPr>
            <p:cNvSpPr/>
            <p:nvPr/>
          </p:nvSpPr>
          <p:spPr>
            <a:xfrm>
              <a:off x="9163671" y="1264613"/>
              <a:ext cx="2373511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74AADE7-A26D-7C7C-6B00-F7F5413088E6}"/>
                </a:ext>
              </a:extLst>
            </p:cNvPr>
            <p:cNvSpPr txBox="1"/>
            <p:nvPr/>
          </p:nvSpPr>
          <p:spPr>
            <a:xfrm>
              <a:off x="9663289" y="1481471"/>
              <a:ext cx="1873893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$2,563.32</a:t>
              </a:r>
              <a:r>
                <a:rPr lang="en-US" sz="14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/day</a:t>
              </a:r>
              <a:endParaRPr lang="en-US" sz="2000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8BF9CB7-1066-88DC-95BE-EC3C4ED43006}"/>
                </a:ext>
              </a:extLst>
            </p:cNvPr>
            <p:cNvSpPr txBox="1"/>
            <p:nvPr/>
          </p:nvSpPr>
          <p:spPr>
            <a:xfrm>
              <a:off x="9663289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Average</a:t>
              </a:r>
            </a:p>
          </p:txBody>
        </p:sp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404544FC-12A5-ECE6-8BEE-0086FF6BA6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290488" y="1481471"/>
              <a:ext cx="371527" cy="428685"/>
            </a:xfrm>
            <a:prstGeom prst="rect">
              <a:avLst/>
            </a:prstGeom>
          </p:spPr>
        </p:pic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BEC659FD-EFCB-AD47-3C81-C4E4EF4053CD}"/>
              </a:ext>
            </a:extLst>
          </p:cNvPr>
          <p:cNvGrpSpPr/>
          <p:nvPr/>
        </p:nvGrpSpPr>
        <p:grpSpPr>
          <a:xfrm>
            <a:off x="5863082" y="1420091"/>
            <a:ext cx="3001549" cy="917765"/>
            <a:chOff x="6160848" y="1246858"/>
            <a:chExt cx="3001549" cy="917765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54BC7F8-3F4B-6F50-C11C-62984979E821}"/>
                </a:ext>
              </a:extLst>
            </p:cNvPr>
            <p:cNvSpPr/>
            <p:nvPr/>
          </p:nvSpPr>
          <p:spPr>
            <a:xfrm>
              <a:off x="6160848" y="1264613"/>
              <a:ext cx="3001549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9379C44-FCE6-9A75-5024-282358F5EF14}"/>
                </a:ext>
              </a:extLst>
            </p:cNvPr>
            <p:cNvSpPr txBox="1"/>
            <p:nvPr/>
          </p:nvSpPr>
          <p:spPr>
            <a:xfrm>
              <a:off x="6660467" y="1481471"/>
              <a:ext cx="1608108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-$93,022.11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B37DB01-AD8E-391B-CF4F-28F0F52EE815}"/>
                </a:ext>
              </a:extLst>
            </p:cNvPr>
            <p:cNvSpPr txBox="1"/>
            <p:nvPr/>
          </p:nvSpPr>
          <p:spPr>
            <a:xfrm>
              <a:off x="6660466" y="1246858"/>
              <a:ext cx="1873893" cy="2616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100" dirty="0">
                  <a:solidFill>
                    <a:srgbClr val="96919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Change</a:t>
              </a:r>
            </a:p>
          </p:txBody>
        </p:sp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AF31E54A-7B86-EB2A-036C-28D0693CD11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52346" y="1471947"/>
              <a:ext cx="428685" cy="419158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9558A7-8274-2ECE-78AA-2A211B47D427}"/>
                </a:ext>
              </a:extLst>
            </p:cNvPr>
            <p:cNvSpPr txBox="1"/>
            <p:nvPr/>
          </p:nvSpPr>
          <p:spPr>
            <a:xfrm>
              <a:off x="8211180" y="1526223"/>
              <a:ext cx="840508" cy="306597"/>
            </a:xfrm>
            <a:prstGeom prst="roundRect">
              <a:avLst>
                <a:gd name="adj" fmla="val 46051"/>
              </a:avLst>
            </a:prstGeom>
            <a:solidFill>
              <a:srgbClr val="EEFFE9"/>
            </a:solidFill>
            <a:ln w="19050">
              <a:solidFill>
                <a:srgbClr val="60CD39"/>
              </a:solidFill>
            </a:ln>
          </p:spPr>
          <p:txBody>
            <a:bodyPr wrap="none" rtlCol="0" anchor="ctr">
              <a:noAutofit/>
            </a:bodyPr>
            <a:lstStyle/>
            <a:p>
              <a:r>
                <a:rPr lang="en-US" sz="1200" b="1" dirty="0">
                  <a:solidFill>
                    <a:srgbClr val="60CD39"/>
                  </a:solidFill>
                  <a:latin typeface="Poppins Black" panose="00000A00000000000000" pitchFamily="2" charset="0"/>
                  <a:cs typeface="Poppins Black" panose="00000A00000000000000" pitchFamily="2" charset="0"/>
                </a:rPr>
                <a:t>↓</a:t>
              </a:r>
              <a:r>
                <a:rPr lang="en-US" sz="1200" dirty="0">
                  <a:solidFill>
                    <a:srgbClr val="60CD39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56.4%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71356902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1E2F5-11CA-96D3-EC25-FA20CFB57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103F144-05D0-1B5D-8458-E9F4720B6F9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Azure Cost Optimization Scope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FEA33A-3BBE-D4B4-BABD-D3CB399506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CAE2BEE-F067-A339-4500-47ABA65C4B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6643616"/>
              </p:ext>
            </p:extLst>
          </p:nvPr>
        </p:nvGraphicFramePr>
        <p:xfrm>
          <a:off x="1410560" y="2201279"/>
          <a:ext cx="9370880" cy="273736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858543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1583051">
                  <a:extLst>
                    <a:ext uri="{9D8B030D-6E8A-4147-A177-3AD203B41FA5}">
                      <a16:colId xmlns:a16="http://schemas.microsoft.com/office/drawing/2014/main" val="2803199099"/>
                    </a:ext>
                  </a:extLst>
                </a:gridCol>
                <a:gridCol w="292928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Tasks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</a:t>
                      </a:r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041970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Rigthsize Azure AI Search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02761572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Purchase reservations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24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App Service Plans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u="none" strike="noStrike" dirty="0">
                          <a:solidFill>
                            <a:srgbClr val="253746"/>
                          </a:solidFill>
                          <a:effectLst/>
                        </a:rPr>
                        <a:t>16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158732653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Downscale or shutdown Virtual Machines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6033039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4F9A13A7-DBD8-6087-B708-E5FC9E5BE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C84A99-8226-E926-9993-BFDE893FA1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en-US" dirty="0"/>
              <a:t>Muted Resources (</a:t>
            </a:r>
            <a:r>
              <a:rPr lang="pl-PL" dirty="0"/>
              <a:t>No/Low ROI</a:t>
            </a:r>
            <a:r>
              <a:rPr lang="en-US" dirty="0"/>
              <a:t>)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541DEFF-AD54-4E71-CE45-5DAB34C165F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Project Results</a:t>
            </a:r>
            <a:endParaRPr lang="en-ZA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58D1862-3FCC-C555-8A94-9D194CD218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9373113"/>
              </p:ext>
            </p:extLst>
          </p:nvPr>
        </p:nvGraphicFramePr>
        <p:xfrm>
          <a:off x="1031552" y="2020210"/>
          <a:ext cx="9117383" cy="364981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98417">
                  <a:extLst>
                    <a:ext uri="{9D8B030D-6E8A-4147-A177-3AD203B41FA5}">
                      <a16:colId xmlns:a16="http://schemas.microsoft.com/office/drawing/2014/main" val="1647892763"/>
                    </a:ext>
                  </a:extLst>
                </a:gridCol>
                <a:gridCol w="2618966">
                  <a:extLst>
                    <a:ext uri="{9D8B030D-6E8A-4147-A177-3AD203B41FA5}">
                      <a16:colId xmlns:a16="http://schemas.microsoft.com/office/drawing/2014/main" val="1840539389"/>
                    </a:ext>
                  </a:extLst>
                </a:gridCol>
              </a:tblGrid>
              <a:tr h="4562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Recommendation type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100" b="1" u="none" strike="noStrike" dirty="0">
                          <a:solidFill>
                            <a:srgbClr val="FFFFFF"/>
                          </a:solidFill>
                          <a:effectLst/>
                        </a:rPr>
                        <a:t># Affected resources</a:t>
                      </a:r>
                      <a:endParaRPr lang="en-US" sz="21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64863292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Migrate SQL Databases to Azure SQL Databases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2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95913279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Switch to a cost-effective tier for Storage Accounts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15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4213700619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unused Public IP addresses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6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4344830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Move resources to cheaper region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3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067713670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pl-PL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Delete orphaned resources</a:t>
                      </a:r>
                      <a:endParaRPr lang="en-US" sz="2100" b="0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9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3881464444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Optimize storage redundancy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7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68694297"/>
                  </a:ext>
                </a:extLst>
              </a:tr>
              <a:tr h="456227">
                <a:tc>
                  <a:txBody>
                    <a:bodyPr/>
                    <a:lstStyle/>
                    <a:p>
                      <a:pPr algn="l" fontAlgn="b"/>
                      <a:r>
                        <a:rPr lang="en-US" sz="2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/>
                        </a:rPr>
                        <a:t>Configure pipeline for redeployment of deallocated disks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2100" b="0" i="0" u="none" strike="noStrike" dirty="0">
                          <a:solidFill>
                            <a:srgbClr val="253746"/>
                          </a:solidFill>
                          <a:effectLst/>
                          <a:latin typeface="Aptos Narrow"/>
                        </a:rPr>
                        <a:t>4</a:t>
                      </a:r>
                      <a:endParaRPr lang="en-US" sz="2100" b="0" i="0" u="none" strike="noStrike" dirty="0">
                        <a:solidFill>
                          <a:srgbClr val="253746"/>
                        </a:solidFill>
                        <a:effectLst/>
                        <a:latin typeface="Aptos Narrow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val="1516068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3672570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FF614-6E98-A1D6-5A55-CD6E542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2EA2AB-5059-33E7-FD91-E0762A56A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Backlog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6BF5206-C892-92B1-D931-74977F3E35F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CE3B37-7E99-E235-4EDA-526F41DAB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980" y="1891973"/>
            <a:ext cx="11370025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945370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129CF-A85D-97E6-5B91-EEB0FDCF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3F0065-7B8D-39D6-5C65-04B8C6128B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7452828" cy="461665"/>
          </a:xfrm>
        </p:spPr>
        <p:txBody>
          <a:bodyPr/>
          <a:lstStyle/>
          <a:p>
            <a:r>
              <a:rPr lang="pl-PL" dirty="0"/>
              <a:t>Future Potential Savings</a:t>
            </a:r>
            <a:endParaRPr lang="en-ZA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0A05C7EB-02C8-57FB-C6D5-2FDA4984B9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268" y="498314"/>
            <a:ext cx="8735748" cy="246221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4D500F76-0BF7-D8E5-004B-3B5417314C22}"/>
              </a:ext>
            </a:extLst>
          </p:cNvPr>
          <p:cNvGrpSpPr/>
          <p:nvPr/>
        </p:nvGrpSpPr>
        <p:grpSpPr>
          <a:xfrm>
            <a:off x="490719" y="1510258"/>
            <a:ext cx="2335497" cy="900010"/>
            <a:chOff x="385482" y="4036291"/>
            <a:chExt cx="2335497" cy="90001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1538E2B3-8E60-5306-E78A-D56A46B5A323}"/>
                </a:ext>
              </a:extLst>
            </p:cNvPr>
            <p:cNvSpPr/>
            <p:nvPr/>
          </p:nvSpPr>
          <p:spPr>
            <a:xfrm>
              <a:off x="385482" y="4036291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20112CF-783C-E460-0771-0A0CEBD99AB9}"/>
                </a:ext>
              </a:extLst>
            </p:cNvPr>
            <p:cNvSpPr txBox="1"/>
            <p:nvPr/>
          </p:nvSpPr>
          <p:spPr>
            <a:xfrm>
              <a:off x="385482" y="4308003"/>
              <a:ext cx="166423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$</a:t>
              </a:r>
              <a:r>
                <a:rPr lang="ru-RU" sz="2800" b="1" dirty="0">
                  <a:cs typeface="Poppins SemiBold" panose="00000700000000000000" pitchFamily="2" charset="0"/>
                </a:rPr>
                <a:t>270</a:t>
              </a:r>
              <a:r>
                <a:rPr lang="en-US" sz="2800" b="1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,</a:t>
              </a:r>
              <a:r>
                <a:rPr lang="ru-RU" sz="2800" b="1" dirty="0">
                  <a:cs typeface="Poppins SemiBold" panose="00000700000000000000" pitchFamily="2" charset="0"/>
                </a:rPr>
                <a:t>818</a:t>
              </a:r>
              <a:endParaRPr lang="en-US" sz="2800" b="1" dirty="0">
                <a:latin typeface="Poppins SemiBold" panose="00000700000000000000" pitchFamily="2" charset="0"/>
                <a:cs typeface="Poppins SemiBold" panose="00000700000000000000" pitchFamily="2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8308DC93-CD0C-C378-7C84-9BB08E773046}"/>
                </a:ext>
              </a:extLst>
            </p:cNvPr>
            <p:cNvSpPr txBox="1"/>
            <p:nvPr/>
          </p:nvSpPr>
          <p:spPr>
            <a:xfrm>
              <a:off x="695139" y="4046393"/>
              <a:ext cx="17764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b="1" dirty="0">
                  <a:solidFill>
                    <a:srgbClr val="96919E"/>
                  </a:solidFill>
                </a:rPr>
                <a:t>Annual Potential Savings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5693EEA-1173-97C3-8E5A-A0FA5D8D70D3}"/>
                </a:ext>
              </a:extLst>
            </p:cNvPr>
            <p:cNvSpPr txBox="1"/>
            <p:nvPr/>
          </p:nvSpPr>
          <p:spPr>
            <a:xfrm>
              <a:off x="2029550" y="4401814"/>
              <a:ext cx="586661" cy="297721"/>
            </a:xfrm>
            <a:prstGeom prst="roundRect">
              <a:avLst>
                <a:gd name="adj" fmla="val 37572"/>
              </a:avLst>
            </a:prstGeom>
            <a:solidFill>
              <a:srgbClr val="7E8599"/>
            </a:solidFill>
          </p:spPr>
          <p:txBody>
            <a:bodyPr wrap="none" rtlCol="0" anchor="ctr">
              <a:noAutofit/>
            </a:bodyPr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14.5</a:t>
              </a:r>
              <a:r>
                <a:rPr lang="en-US" sz="1400" b="1" dirty="0">
                  <a:solidFill>
                    <a:schemeClr val="bg1"/>
                  </a:solidFill>
                </a:rPr>
                <a:t>%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85C4808-C7E6-951C-EF23-8A552A0AC50A}"/>
              </a:ext>
            </a:extLst>
          </p:cNvPr>
          <p:cNvGrpSpPr/>
          <p:nvPr/>
        </p:nvGrpSpPr>
        <p:grpSpPr>
          <a:xfrm>
            <a:off x="5002922" y="1510258"/>
            <a:ext cx="2089864" cy="900010"/>
            <a:chOff x="283881" y="4489735"/>
            <a:chExt cx="2335498" cy="90001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E17C029-277B-63D6-EDB8-A42E21C5A10F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24610CC-59F1-A21B-B58B-BA93E425D27E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$1,868,452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9A58C83-842B-6875-3866-7B8063A589C0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Current Cost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88C4F8B-E5FE-A714-3BCC-16C3E7115073}"/>
              </a:ext>
            </a:extLst>
          </p:cNvPr>
          <p:cNvGrpSpPr/>
          <p:nvPr/>
        </p:nvGrpSpPr>
        <p:grpSpPr>
          <a:xfrm>
            <a:off x="9733248" y="1520360"/>
            <a:ext cx="2089864" cy="900010"/>
            <a:chOff x="283881" y="4489735"/>
            <a:chExt cx="2335498" cy="90001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BBCB10D3-FD9E-AD09-60B1-E1407289E517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DD6345E-0C3E-6A2C-8F87-931005952351}"/>
                </a:ext>
              </a:extLst>
            </p:cNvPr>
            <p:cNvSpPr txBox="1"/>
            <p:nvPr/>
          </p:nvSpPr>
          <p:spPr>
            <a:xfrm>
              <a:off x="283882" y="4761447"/>
              <a:ext cx="233549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/>
                <a:t>$1,597,633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FFC7B46-6DBD-ECAA-B5E0-7E256411717C}"/>
                </a:ext>
              </a:extLst>
            </p:cNvPr>
            <p:cNvSpPr txBox="1"/>
            <p:nvPr/>
          </p:nvSpPr>
          <p:spPr>
            <a:xfrm>
              <a:off x="283881" y="4499837"/>
              <a:ext cx="233549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b="1" dirty="0">
                  <a:solidFill>
                    <a:srgbClr val="96919E"/>
                  </a:solidFill>
                </a:rPr>
                <a:t>Optimized Cost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CAC83BC9-253E-ED10-4078-E005EE349C7F}"/>
              </a:ext>
            </a:extLst>
          </p:cNvPr>
          <p:cNvSpPr txBox="1"/>
          <p:nvPr/>
        </p:nvSpPr>
        <p:spPr>
          <a:xfrm>
            <a:off x="3725823" y="1842649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2400" b="1" dirty="0">
                <a:solidFill>
                  <a:srgbClr val="9CA6B3"/>
                </a:solidFill>
              </a:rPr>
              <a:t>=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877AA8C-C62A-9679-8BC8-04A2094AA8E3}"/>
              </a:ext>
            </a:extLst>
          </p:cNvPr>
          <p:cNvSpPr txBox="1"/>
          <p:nvPr/>
        </p:nvSpPr>
        <p:spPr>
          <a:xfrm>
            <a:off x="8202705" y="1781970"/>
            <a:ext cx="420624" cy="419733"/>
          </a:xfrm>
          <a:prstGeom prst="ellipse">
            <a:avLst/>
          </a:prstGeom>
          <a:solidFill>
            <a:srgbClr val="EFF2F5"/>
          </a:solidFill>
        </p:spPr>
        <p:txBody>
          <a:bodyPr wrap="none" rtlCol="0" anchor="ctr">
            <a:noAutofit/>
          </a:bodyPr>
          <a:lstStyle/>
          <a:p>
            <a:pPr algn="ctr"/>
            <a:r>
              <a:rPr lang="en-US" sz="1800" b="1" dirty="0">
                <a:solidFill>
                  <a:srgbClr val="9CA6B3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–</a:t>
            </a:r>
            <a:endParaRPr lang="en-US" sz="2400" b="1" dirty="0">
              <a:solidFill>
                <a:srgbClr val="9CA6B3"/>
              </a:solidFill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2314E6B-5ED4-CA08-5EC7-C5F25DD91396}"/>
              </a:ext>
            </a:extLst>
          </p:cNvPr>
          <p:cNvSpPr/>
          <p:nvPr/>
        </p:nvSpPr>
        <p:spPr>
          <a:xfrm>
            <a:off x="536267" y="2878502"/>
            <a:ext cx="3427465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FECD3F8-45AB-B55C-C208-6CE16A4A781F}"/>
              </a:ext>
            </a:extLst>
          </p:cNvPr>
          <p:cNvSpPr txBox="1"/>
          <p:nvPr/>
        </p:nvSpPr>
        <p:spPr>
          <a:xfrm>
            <a:off x="634036" y="3090995"/>
            <a:ext cx="17940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Estimated annual cost</a:t>
            </a: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C11262B5-E232-9257-FEFC-8D67CB8FD6B4}"/>
              </a:ext>
            </a:extLst>
          </p:cNvPr>
          <p:cNvSpPr/>
          <p:nvPr/>
        </p:nvSpPr>
        <p:spPr>
          <a:xfrm>
            <a:off x="4061501" y="2888644"/>
            <a:ext cx="7594232" cy="3328334"/>
          </a:xfrm>
          <a:prstGeom prst="roundRect">
            <a:avLst>
              <a:gd name="adj" fmla="val 5022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AEC491-16D4-FD29-1DAC-50236E8FF37A}"/>
              </a:ext>
            </a:extLst>
          </p:cNvPr>
          <p:cNvSpPr txBox="1"/>
          <p:nvPr/>
        </p:nvSpPr>
        <p:spPr>
          <a:xfrm>
            <a:off x="4146447" y="3090995"/>
            <a:ext cx="26869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Cost Recommendations Strategies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00491A29-1EE7-540A-4500-694852AB1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8512" y="3557736"/>
            <a:ext cx="7497221" cy="2162477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6F13793B-6752-D0AA-5B53-5A728738AE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224" y="3429000"/>
            <a:ext cx="2495550" cy="2371725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51503977-1745-2AC7-0D90-DAB77B56E3D2}"/>
              </a:ext>
            </a:extLst>
          </p:cNvPr>
          <p:cNvSpPr txBox="1"/>
          <p:nvPr/>
        </p:nvSpPr>
        <p:spPr>
          <a:xfrm>
            <a:off x="904455" y="3547639"/>
            <a:ext cx="960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5AC93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10.95%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797F14E-C625-C99A-5C9F-962DE0621950}"/>
              </a:ext>
            </a:extLst>
          </p:cNvPr>
          <p:cNvSpPr txBox="1"/>
          <p:nvPr/>
        </p:nvSpPr>
        <p:spPr>
          <a:xfrm>
            <a:off x="2629639" y="5043062"/>
            <a:ext cx="10262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95E8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90.05%</a:t>
            </a:r>
          </a:p>
        </p:txBody>
      </p:sp>
    </p:spTree>
    <p:extLst>
      <p:ext uri="{BB962C8B-B14F-4D97-AF65-F5344CB8AC3E}">
        <p14:creationId xmlns:p14="http://schemas.microsoft.com/office/powerpoint/2010/main" val="15472277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10182-E79A-C24A-3512-B60CA861F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9">
            <a:extLst>
              <a:ext uri="{FF2B5EF4-FFF2-40B4-BE49-F238E27FC236}">
                <a16:creationId xmlns:a16="http://schemas.microsoft.com/office/drawing/2014/main" id="{0BAD0AF6-D31F-BDBB-1B7C-586FC1CBC105}"/>
              </a:ext>
            </a:extLst>
          </p:cNvPr>
          <p:cNvSpPr txBox="1">
            <a:spLocks/>
          </p:cNvSpPr>
          <p:nvPr/>
        </p:nvSpPr>
        <p:spPr>
          <a:xfrm>
            <a:off x="537030" y="764864"/>
            <a:ext cx="8735748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000" b="1" kern="1200">
                <a:solidFill>
                  <a:srgbClr val="20465F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noProof="0" dirty="0"/>
              <a:t>Cloud Center of Excellence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5970A0F-39CE-E2A4-B631-2FFFE5B8F507}"/>
              </a:ext>
            </a:extLst>
          </p:cNvPr>
          <p:cNvSpPr txBox="1">
            <a:spLocks/>
          </p:cNvSpPr>
          <p:nvPr/>
        </p:nvSpPr>
        <p:spPr>
          <a:xfrm>
            <a:off x="536268" y="498314"/>
            <a:ext cx="8735748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b="0" kern="1200" spc="30" baseline="0">
                <a:solidFill>
                  <a:srgbClr val="F27242"/>
                </a:solidFill>
                <a:latin typeface="Roboto Condensed" panose="02000000000000000000" pitchFamily="2" charset="0"/>
                <a:ea typeface="Roboto Condensed" panose="02000000000000000000" pitchFamily="2" charset="0"/>
                <a:cs typeface="Roboto Condensed" panose="020000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Datum Cloud Insights</a:t>
            </a:r>
            <a:endParaRPr lang="en-ZA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06A10858-5338-E8A5-76C6-89A2A0C6F0FC}"/>
              </a:ext>
            </a:extLst>
          </p:cNvPr>
          <p:cNvGrpSpPr/>
          <p:nvPr/>
        </p:nvGrpSpPr>
        <p:grpSpPr>
          <a:xfrm>
            <a:off x="536268" y="1662544"/>
            <a:ext cx="3514142" cy="4430591"/>
            <a:chOff x="3777673" y="1662545"/>
            <a:chExt cx="3094182" cy="4430591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CB06D6-8A2D-1095-631F-CACFDB619286}"/>
                </a:ext>
              </a:extLst>
            </p:cNvPr>
            <p:cNvGrpSpPr/>
            <p:nvPr/>
          </p:nvGrpSpPr>
          <p:grpSpPr>
            <a:xfrm>
              <a:off x="3927807" y="2868044"/>
              <a:ext cx="2209988" cy="3116965"/>
              <a:chOff x="1281357" y="1778331"/>
              <a:chExt cx="2209988" cy="311696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BBD23488-7817-49CA-13C9-30ADFAF41BFF}"/>
                  </a:ext>
                </a:extLst>
              </p:cNvPr>
              <p:cNvGrpSpPr/>
              <p:nvPr/>
            </p:nvGrpSpPr>
            <p:grpSpPr>
              <a:xfrm>
                <a:off x="1289903" y="17783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26CF1E1-1482-B616-5725-4C2498F4C1D6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8EE01912-2365-8B14-8761-2C961A5849BB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" name="TextBox 4">
                    <a:extLst>
                      <a:ext uri="{FF2B5EF4-FFF2-40B4-BE49-F238E27FC236}">
                        <a16:creationId xmlns:a16="http://schemas.microsoft.com/office/drawing/2014/main" id="{0CA7CFE3-5608-BB76-3A2C-BF6CEC786574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10.95%</a:t>
                    </a:r>
                  </a:p>
                </p:txBody>
              </p:sp>
              <p:sp>
                <p:nvSpPr>
                  <p:cNvPr id="6" name="TextBox 5">
                    <a:extLst>
                      <a:ext uri="{FF2B5EF4-FFF2-40B4-BE49-F238E27FC236}">
                        <a16:creationId xmlns:a16="http://schemas.microsoft.com/office/drawing/2014/main" id="{5C20D2F7-2147-D84F-C261-36F348E42736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Potential Savings</a:t>
                    </a:r>
                  </a:p>
                </p:txBody>
              </p:sp>
            </p:grp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87C63C8C-4F37-B04C-534E-D01D0281E6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A7EBAD2-E7D3-0E35-8A76-3D705F14C4A8}"/>
                  </a:ext>
                </a:extLst>
              </p:cNvPr>
              <p:cNvGrpSpPr/>
              <p:nvPr/>
            </p:nvGrpSpPr>
            <p:grpSpPr>
              <a:xfrm>
                <a:off x="1281357" y="3977031"/>
                <a:ext cx="2201442" cy="918265"/>
                <a:chOff x="1289903" y="1778331"/>
                <a:chExt cx="2201442" cy="918265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3ABDF4F9-5AEA-CF98-40AA-8849844F5EEC}"/>
                    </a:ext>
                  </a:extLst>
                </p:cNvPr>
                <p:cNvGrpSpPr/>
                <p:nvPr/>
              </p:nvGrpSpPr>
              <p:grpSpPr>
                <a:xfrm>
                  <a:off x="1289904" y="1778331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5A234345-7EDC-4D08-22EB-0F0E43FCC3D8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A6CFFA33-6EDD-D59B-041C-35B875414BED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72.3%</a:t>
                    </a:r>
                  </a:p>
                </p:txBody>
              </p:sp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96AD570-61F1-DDBF-A275-A489354D68A7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Budget Utilization</a:t>
                    </a:r>
                  </a:p>
                </p:txBody>
              </p:sp>
            </p:grp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76D3315F-0807-F2BF-881D-D1A770B43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9903" y="2062880"/>
                  <a:ext cx="504895" cy="495369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7CED5C2C-C47A-B5C0-8F2A-8F6F00844571}"/>
                  </a:ext>
                </a:extLst>
              </p:cNvPr>
              <p:cNvGrpSpPr/>
              <p:nvPr/>
            </p:nvGrpSpPr>
            <p:grpSpPr>
              <a:xfrm>
                <a:off x="1289904" y="2877681"/>
                <a:ext cx="2201441" cy="918265"/>
                <a:chOff x="911213" y="3173022"/>
                <a:chExt cx="2201441" cy="918265"/>
              </a:xfrm>
            </p:grpSpPr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63A2B57-FD31-8CF9-EDF6-13B0AC8C8C89}"/>
                    </a:ext>
                  </a:extLst>
                </p:cNvPr>
                <p:cNvGrpSpPr/>
                <p:nvPr/>
              </p:nvGrpSpPr>
              <p:grpSpPr>
                <a:xfrm>
                  <a:off x="911213" y="3173022"/>
                  <a:ext cx="2201441" cy="918265"/>
                  <a:chOff x="283881" y="4471480"/>
                  <a:chExt cx="2460189" cy="918265"/>
                </a:xfrm>
              </p:grpSpPr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61D0CDCF-0C09-DCC6-7112-0009558D9A5E}"/>
                      </a:ext>
                    </a:extLst>
                  </p:cNvPr>
                  <p:cNvSpPr/>
                  <p:nvPr/>
                </p:nvSpPr>
                <p:spPr>
                  <a:xfrm>
                    <a:off x="283882" y="4489735"/>
                    <a:ext cx="2335497" cy="900010"/>
                  </a:xfrm>
                  <a:prstGeom prst="rect">
                    <a:avLst/>
                  </a:prstGeom>
                  <a:ln>
                    <a:noFill/>
                  </a:ln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0026D08A-83BB-02DC-9A8D-B17E679E9BAA}"/>
                      </a:ext>
                    </a:extLst>
                  </p:cNvPr>
                  <p:cNvSpPr txBox="1"/>
                  <p:nvPr/>
                </p:nvSpPr>
                <p:spPr>
                  <a:xfrm>
                    <a:off x="848118" y="4684728"/>
                    <a:ext cx="1895952" cy="646331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3600" dirty="0">
                        <a:latin typeface="Poppins SemiBold" panose="00000700000000000000" pitchFamily="2" charset="0"/>
                        <a:cs typeface="Poppins SemiBold" panose="00000700000000000000" pitchFamily="2" charset="0"/>
                      </a:rPr>
                      <a:t>57.99%</a:t>
                    </a: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EA4E2F50-7D3B-B865-F665-191649F9F5A5}"/>
                      </a:ext>
                    </a:extLst>
                  </p:cNvPr>
                  <p:cNvSpPr txBox="1"/>
                  <p:nvPr/>
                </p:nvSpPr>
                <p:spPr>
                  <a:xfrm>
                    <a:off x="283881" y="4471480"/>
                    <a:ext cx="2335496" cy="30777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400" b="1" dirty="0">
                        <a:solidFill>
                          <a:srgbClr val="96919E"/>
                        </a:solidFill>
                      </a:rPr>
                      <a:t>Tag Coverage</a:t>
                    </a:r>
                  </a:p>
                </p:txBody>
              </p:sp>
            </p:grp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987B4C69-5163-18DE-DA4A-DFA8B164A1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996949" y="3480799"/>
                  <a:ext cx="419158" cy="409632"/>
                </a:xfrm>
                <a:prstGeom prst="rect">
                  <a:avLst/>
                </a:prstGeom>
                <a:ln>
                  <a:noFill/>
                </a:ln>
              </p:spPr>
            </p:pic>
          </p:grpSp>
        </p:grp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8E65635-AC03-A412-7F9F-4D4448B189B0}"/>
                </a:ext>
              </a:extLst>
            </p:cNvPr>
            <p:cNvSpPr/>
            <p:nvPr/>
          </p:nvSpPr>
          <p:spPr>
            <a:xfrm>
              <a:off x="3777673" y="1662545"/>
              <a:ext cx="3094182" cy="4430591"/>
            </a:xfrm>
            <a:prstGeom prst="roundRect">
              <a:avLst>
                <a:gd name="adj" fmla="val 5022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D91E6F7-539C-FA1E-4132-E1C3959A305E}"/>
                </a:ext>
              </a:extLst>
            </p:cNvPr>
            <p:cNvSpPr txBox="1"/>
            <p:nvPr/>
          </p:nvSpPr>
          <p:spPr>
            <a:xfrm>
              <a:off x="3927807" y="1770942"/>
              <a:ext cx="90281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Cost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1F2C5CC-3812-CEBD-1FE1-C353A5C641FC}"/>
                </a:ext>
              </a:extLst>
            </p:cNvPr>
            <p:cNvSpPr txBox="1"/>
            <p:nvPr/>
          </p:nvSpPr>
          <p:spPr>
            <a:xfrm>
              <a:off x="3927807" y="2222932"/>
              <a:ext cx="146386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Reduce waste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0D84A708-6F29-83B5-726B-8A4630D41EB8}"/>
              </a:ext>
            </a:extLst>
          </p:cNvPr>
          <p:cNvGrpSpPr/>
          <p:nvPr/>
        </p:nvGrpSpPr>
        <p:grpSpPr>
          <a:xfrm>
            <a:off x="4469568" y="1662544"/>
            <a:ext cx="3094182" cy="4430591"/>
            <a:chOff x="3805941" y="1662545"/>
            <a:chExt cx="3094182" cy="4430591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50CB0F6A-B6DF-6F29-9439-3C8BB1340EB7}"/>
                </a:ext>
              </a:extLst>
            </p:cNvPr>
            <p:cNvGrpSpPr/>
            <p:nvPr/>
          </p:nvGrpSpPr>
          <p:grpSpPr>
            <a:xfrm>
              <a:off x="3964622" y="2868044"/>
              <a:ext cx="2201441" cy="918265"/>
              <a:chOff x="283881" y="4471480"/>
              <a:chExt cx="2460189" cy="918265"/>
            </a:xfrm>
          </p:grpSpPr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1F1F216F-6BD0-895D-4BF3-33EC161B1CB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3BEC568E-6C3D-23FD-31ED-F75FF4ED4A28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47%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20FF81C-A604-6528-9D36-96750C91EC02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Secure Score</a:t>
                </a:r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95969F4E-460E-5048-3EF0-CFD725354D06}"/>
                </a:ext>
              </a:extLst>
            </p:cNvPr>
            <p:cNvGrpSpPr/>
            <p:nvPr/>
          </p:nvGrpSpPr>
          <p:grpSpPr>
            <a:xfrm>
              <a:off x="3956076" y="5066744"/>
              <a:ext cx="2201441" cy="918265"/>
              <a:chOff x="283881" y="4471480"/>
              <a:chExt cx="2460189" cy="918265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D67844B-1D5F-CDED-FBEE-2D7F1ED91283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45C278B-6549-DBB9-CACE-0E4C7ABF665C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81.4%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B151E0CD-1BFC-559A-A33C-0CF9FA63CD50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Exposure Score</a:t>
                </a:r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2207F99-16DA-F43B-46E8-353741DFB320}"/>
                </a:ext>
              </a:extLst>
            </p:cNvPr>
            <p:cNvGrpSpPr/>
            <p:nvPr/>
          </p:nvGrpSpPr>
          <p:grpSpPr>
            <a:xfrm>
              <a:off x="3964622" y="3967394"/>
              <a:ext cx="2201441" cy="918265"/>
              <a:chOff x="283881" y="4471480"/>
              <a:chExt cx="2460189" cy="918265"/>
            </a:xfrm>
          </p:grpSpPr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85FD75C8-14D0-BF83-E249-00F416F74634}"/>
                  </a:ext>
                </a:extLst>
              </p:cNvPr>
              <p:cNvSpPr/>
              <p:nvPr/>
            </p:nvSpPr>
            <p:spPr>
              <a:xfrm>
                <a:off x="283882" y="4489735"/>
                <a:ext cx="2335497" cy="900010"/>
              </a:xfrm>
              <a:prstGeom prst="rect">
                <a:avLst/>
              </a:prstGeom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BB30D532-6402-791A-EB90-B6099EED964B}"/>
                  </a:ext>
                </a:extLst>
              </p:cNvPr>
              <p:cNvSpPr txBox="1"/>
              <p:nvPr/>
            </p:nvSpPr>
            <p:spPr>
              <a:xfrm>
                <a:off x="848118" y="4684728"/>
                <a:ext cx="1895952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3600" dirty="0">
                    <a:latin typeface="Poppins SemiBold" panose="00000700000000000000" pitchFamily="2" charset="0"/>
                    <a:cs typeface="Poppins SemiBold" panose="00000700000000000000" pitchFamily="2" charset="0"/>
                  </a:rPr>
                  <a:t>59.8%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539E886A-1053-AE10-B8C4-D1C0E80408C8}"/>
                  </a:ext>
                </a:extLst>
              </p:cNvPr>
              <p:cNvSpPr txBox="1"/>
              <p:nvPr/>
            </p:nvSpPr>
            <p:spPr>
              <a:xfrm>
                <a:off x="283881" y="4471480"/>
                <a:ext cx="2335496" cy="307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400" b="1" dirty="0">
                    <a:solidFill>
                      <a:srgbClr val="96919E"/>
                    </a:solidFill>
                  </a:rPr>
                  <a:t>Data Estate Score</a:t>
                </a:r>
              </a:p>
            </p:txBody>
          </p:sp>
        </p:grp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C62043F3-E197-D66E-8238-617240CE2EFA}"/>
                </a:ext>
              </a:extLst>
            </p:cNvPr>
            <p:cNvSpPr/>
            <p:nvPr/>
          </p:nvSpPr>
          <p:spPr>
            <a:xfrm>
              <a:off x="3805941" y="1662545"/>
              <a:ext cx="3094182" cy="4430591"/>
            </a:xfrm>
            <a:prstGeom prst="roundRect">
              <a:avLst>
                <a:gd name="adj" fmla="val 4834"/>
              </a:avLst>
            </a:prstGeom>
            <a:noFill/>
            <a:ln w="34925">
              <a:solidFill>
                <a:srgbClr val="F5F5F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709C172-4932-BBCB-70DA-399D5DFD8670}"/>
                </a:ext>
              </a:extLst>
            </p:cNvPr>
            <p:cNvSpPr txBox="1"/>
            <p:nvPr/>
          </p:nvSpPr>
          <p:spPr>
            <a:xfrm>
              <a:off x="3956075" y="1770942"/>
              <a:ext cx="14654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27242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Security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D313723-FA4B-A5DE-41EF-AE4AF1CA22EA}"/>
                </a:ext>
              </a:extLst>
            </p:cNvPr>
            <p:cNvSpPr txBox="1"/>
            <p:nvPr/>
          </p:nvSpPr>
          <p:spPr>
            <a:xfrm>
              <a:off x="3956075" y="2222932"/>
              <a:ext cx="231024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1F455E"/>
                  </a:solidFill>
                  <a:latin typeface="Poppins SemiBold" panose="00000700000000000000" pitchFamily="2" charset="0"/>
                  <a:cs typeface="Poppins SemiBold" panose="00000700000000000000" pitchFamily="2" charset="0"/>
                </a:rPr>
                <a:t>Improve security depth</a:t>
              </a:r>
            </a:p>
          </p:txBody>
        </p:sp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8FE3B639-7871-1A05-6201-BCDEB2CC7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5800" y="3173626"/>
              <a:ext cx="428685" cy="438211"/>
            </a:xfrm>
            <a:prstGeom prst="rect">
              <a:avLst/>
            </a:prstGeom>
          </p:spPr>
        </p:pic>
        <p:pic>
          <p:nvPicPr>
            <p:cNvPr id="58" name="Picture 57">
              <a:extLst>
                <a:ext uri="{FF2B5EF4-FFF2-40B4-BE49-F238E27FC236}">
                  <a16:creationId xmlns:a16="http://schemas.microsoft.com/office/drawing/2014/main" id="{BF134EA0-B339-6D6D-FE11-0D299AFA4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050358" y="4295932"/>
              <a:ext cx="419158" cy="409632"/>
            </a:xfrm>
            <a:prstGeom prst="rect">
              <a:avLst/>
            </a:prstGeom>
          </p:spPr>
        </p:pic>
        <p:pic>
          <p:nvPicPr>
            <p:cNvPr id="60" name="Picture 59">
              <a:extLst>
                <a:ext uri="{FF2B5EF4-FFF2-40B4-BE49-F238E27FC236}">
                  <a16:creationId xmlns:a16="http://schemas.microsoft.com/office/drawing/2014/main" id="{18DF53E9-71C5-7868-4E43-6694DF864F9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011920" y="5381344"/>
              <a:ext cx="400106" cy="457264"/>
            </a:xfrm>
            <a:prstGeom prst="rect">
              <a:avLst/>
            </a:prstGeom>
          </p:spPr>
        </p:pic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6AC70D09-1A11-32C7-04DB-4F750F195472}"/>
              </a:ext>
            </a:extLst>
          </p:cNvPr>
          <p:cNvGrpSpPr/>
          <p:nvPr/>
        </p:nvGrpSpPr>
        <p:grpSpPr>
          <a:xfrm>
            <a:off x="8163126" y="2868043"/>
            <a:ext cx="2500233" cy="918265"/>
            <a:chOff x="283881" y="4471480"/>
            <a:chExt cx="2460189" cy="918265"/>
          </a:xfrm>
        </p:grpSpPr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9CADFAB8-6CBF-2879-78A3-73729B315529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C6A12C3-DEB7-D0AB-15D1-4C5C6E3633CE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64.1%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D355D7E6-7D27-54E5-2F12-1CC93B71E4EA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Monitoring Coverage</a:t>
              </a: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08D98140-F240-05E3-4410-91C0DF89C5EE}"/>
              </a:ext>
            </a:extLst>
          </p:cNvPr>
          <p:cNvGrpSpPr/>
          <p:nvPr/>
        </p:nvGrpSpPr>
        <p:grpSpPr>
          <a:xfrm>
            <a:off x="8153420" y="5066743"/>
            <a:ext cx="2500233" cy="918265"/>
            <a:chOff x="283881" y="4471480"/>
            <a:chExt cx="2460189" cy="918265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6F0823E-B396-B253-B71E-B9827767F31B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9A2C7E9-67F0-6139-113D-569E49A59462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82.1%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67F1128-0CF2-5132-3F13-303903A26B4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Policy Compliance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833BF9B7-6CBB-FD04-12E0-E7F95B370DF6}"/>
              </a:ext>
            </a:extLst>
          </p:cNvPr>
          <p:cNvGrpSpPr/>
          <p:nvPr/>
        </p:nvGrpSpPr>
        <p:grpSpPr>
          <a:xfrm>
            <a:off x="8163126" y="3967393"/>
            <a:ext cx="2500233" cy="918265"/>
            <a:chOff x="283881" y="4471480"/>
            <a:chExt cx="2460189" cy="918265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CA0A567-56A1-50A7-4892-8978606EBD46}"/>
                </a:ext>
              </a:extLst>
            </p:cNvPr>
            <p:cNvSpPr/>
            <p:nvPr/>
          </p:nvSpPr>
          <p:spPr>
            <a:xfrm>
              <a:off x="283882" y="4489735"/>
              <a:ext cx="2335497" cy="90001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743F386C-AD79-4360-3472-62FD09D335A6}"/>
                </a:ext>
              </a:extLst>
            </p:cNvPr>
            <p:cNvSpPr txBox="1"/>
            <p:nvPr/>
          </p:nvSpPr>
          <p:spPr>
            <a:xfrm>
              <a:off x="848118" y="4684728"/>
              <a:ext cx="1895952" cy="6463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3600" dirty="0">
                  <a:latin typeface="Poppins SemiBold" panose="00000700000000000000" pitchFamily="2" charset="0"/>
                  <a:cs typeface="Poppins SemiBold" panose="00000700000000000000" pitchFamily="2" charset="0"/>
                </a:rPr>
                <a:t>62.7%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9B0B20F8-342A-E43B-B5D7-C0C735314197}"/>
                </a:ext>
              </a:extLst>
            </p:cNvPr>
            <p:cNvSpPr txBox="1"/>
            <p:nvPr/>
          </p:nvSpPr>
          <p:spPr>
            <a:xfrm>
              <a:off x="283881" y="4471480"/>
              <a:ext cx="2335496" cy="3077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96919E"/>
                  </a:solidFill>
                </a:rPr>
                <a:t>Backup Coverage</a:t>
              </a:r>
            </a:p>
          </p:txBody>
        </p:sp>
      </p:grpSp>
      <p:sp>
        <p:nvSpPr>
          <p:cNvPr id="66" name="Rectangle: Rounded Corners 65">
            <a:extLst>
              <a:ext uri="{FF2B5EF4-FFF2-40B4-BE49-F238E27FC236}">
                <a16:creationId xmlns:a16="http://schemas.microsoft.com/office/drawing/2014/main" id="{1C0C66B4-8B3B-C3DB-BECB-F9BD45980EF5}"/>
              </a:ext>
            </a:extLst>
          </p:cNvPr>
          <p:cNvSpPr/>
          <p:nvPr/>
        </p:nvSpPr>
        <p:spPr>
          <a:xfrm>
            <a:off x="7982908" y="1662544"/>
            <a:ext cx="3514142" cy="4430591"/>
          </a:xfrm>
          <a:prstGeom prst="roundRect">
            <a:avLst>
              <a:gd name="adj" fmla="val 4759"/>
            </a:avLst>
          </a:prstGeom>
          <a:noFill/>
          <a:ln w="34925">
            <a:solidFill>
              <a:srgbClr val="F5F5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E37ECE7-AC77-E51A-4228-7D2F117D4A02}"/>
              </a:ext>
            </a:extLst>
          </p:cNvPr>
          <p:cNvSpPr txBox="1"/>
          <p:nvPr/>
        </p:nvSpPr>
        <p:spPr>
          <a:xfrm>
            <a:off x="8153419" y="1770941"/>
            <a:ext cx="1999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27242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Operation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E3266B0-C319-7041-35F8-B19540FC5FAC}"/>
              </a:ext>
            </a:extLst>
          </p:cNvPr>
          <p:cNvSpPr txBox="1"/>
          <p:nvPr/>
        </p:nvSpPr>
        <p:spPr>
          <a:xfrm>
            <a:off x="8153420" y="2222931"/>
            <a:ext cx="3262725" cy="5552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1400" dirty="0">
                <a:solidFill>
                  <a:srgbClr val="1F455E"/>
                </a:solidFill>
                <a:latin typeface="Poppins SemiBold" panose="00000700000000000000" pitchFamily="2" charset="0"/>
                <a:cs typeface="Poppins SemiBold" panose="00000700000000000000" pitchFamily="2" charset="0"/>
              </a:rPr>
              <a:t>Increase observability, reliability &amp; compliance</a:t>
            </a:r>
          </a:p>
        </p:txBody>
      </p:sp>
      <p:pic>
        <p:nvPicPr>
          <p:cNvPr id="82" name="Picture 81">
            <a:extLst>
              <a:ext uri="{FF2B5EF4-FFF2-40B4-BE49-F238E27FC236}">
                <a16:creationId xmlns:a16="http://schemas.microsoft.com/office/drawing/2014/main" id="{96AEE17F-8912-6FBA-6535-DD8682602D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6844" y="3183416"/>
            <a:ext cx="486869" cy="400106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6F4AB62B-BE97-1E5E-931B-125DD3EB35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49679" y="4282766"/>
            <a:ext cx="486869" cy="400106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EDF36279-C8A5-E073-1220-8FC9D82D58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50793" y="5348774"/>
            <a:ext cx="47604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32364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70AD520D-71D1-ABFC-6F1F-8FA524A68F86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6000" dirty="0">
                <a:solidFill>
                  <a:schemeClr val="bg1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4DDD09A2-34E5-36B2-5F85-3C0C4435968B}"/>
              </a:ext>
            </a:extLst>
          </p:cNvPr>
          <p:cNvSpPr txBox="1">
            <a:spLocks/>
          </p:cNvSpPr>
          <p:nvPr/>
        </p:nvSpPr>
        <p:spPr>
          <a:xfrm>
            <a:off x="703951" y="1359512"/>
            <a:ext cx="11488049" cy="436804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Next Steps: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endParaRPr lang="en-US" sz="32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Consider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Litware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as C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SP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Use </a:t>
            </a:r>
            <a:r>
              <a:rPr lang="pl-PL" sz="3200" dirty="0">
                <a:solidFill>
                  <a:schemeClr val="tx2"/>
                </a:solidFill>
                <a:cs typeface="Roboto" panose="02000000000000000000" pitchFamily="2" charset="0"/>
              </a:rPr>
              <a:t>vBox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for Azure Cloud </a:t>
            </a:r>
            <a:r>
              <a:rPr lang="en-US" sz="3200" dirty="0" err="1">
                <a:solidFill>
                  <a:schemeClr val="tx2"/>
                </a:solidFill>
                <a:cs typeface="Roboto" panose="02000000000000000000" pitchFamily="2" charset="0"/>
              </a:rPr>
              <a:t>Mgmt</a:t>
            </a: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 (cost, security, ops)</a:t>
            </a:r>
          </a:p>
          <a:p>
            <a:pPr marL="341313" indent="-341313">
              <a:buFont typeface="Arial" panose="020B0604020202020204" pitchFamily="34" charset="0"/>
              <a:buChar char="•"/>
            </a:pPr>
            <a:endParaRPr lang="en-US" sz="3200" dirty="0">
              <a:solidFill>
                <a:schemeClr val="tx2"/>
              </a:solidFill>
              <a:cs typeface="Roboto" panose="02000000000000000000" pitchFamily="2" charset="0"/>
            </a:endParaRPr>
          </a:p>
          <a:p>
            <a:pPr marL="341313" indent="-341313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  <a:cs typeface="Roboto" panose="02000000000000000000" pitchFamily="2" charset="0"/>
              </a:rPr>
              <a:t>Discuss Azure Management subscription Service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065BACE-2081-BB81-DED8-B99E46B2E5D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6575" y="498475"/>
            <a:ext cx="8736013" cy="246063"/>
          </a:xfrm>
        </p:spPr>
        <p:txBody>
          <a:bodyPr/>
          <a:lstStyle/>
          <a:p>
            <a:r>
              <a:rPr lang="en-US" dirty="0"/>
              <a:t>Next Steps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196058017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3B9A4-F505-DEF4-62C3-ADAA6631E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719A974-D589-E50C-7875-DEED045EF1B6}"/>
              </a:ext>
            </a:extLst>
          </p:cNvPr>
          <p:cNvSpPr/>
          <p:nvPr/>
        </p:nvSpPr>
        <p:spPr>
          <a:xfrm>
            <a:off x="0" y="3705505"/>
            <a:ext cx="12192000" cy="27048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17A78F4-9AF3-00DD-413A-4BE8C6DEC5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7980" y="764864"/>
            <a:ext cx="1034595" cy="492443"/>
          </a:xfrm>
        </p:spPr>
        <p:txBody>
          <a:bodyPr/>
          <a:lstStyle/>
          <a:p>
            <a:r>
              <a:rPr lang="pl-PL" dirty="0"/>
              <a:t>Q&amp;A</a:t>
            </a:r>
            <a:endParaRPr lang="en-ZA" dirty="0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4562B72E-3202-B685-1D87-C0F3BFD707EA}"/>
              </a:ext>
            </a:extLst>
          </p:cNvPr>
          <p:cNvSpPr txBox="1">
            <a:spLocks/>
          </p:cNvSpPr>
          <p:nvPr/>
        </p:nvSpPr>
        <p:spPr>
          <a:xfrm>
            <a:off x="703951" y="4601247"/>
            <a:ext cx="4058549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6000" dirty="0">
              <a:solidFill>
                <a:schemeClr val="bg1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00DAAB65-576B-230C-18B2-9D022EA5EEA5}"/>
              </a:ext>
            </a:extLst>
          </p:cNvPr>
          <p:cNvSpPr txBox="1">
            <a:spLocks/>
          </p:cNvSpPr>
          <p:nvPr/>
        </p:nvSpPr>
        <p:spPr>
          <a:xfrm>
            <a:off x="703950" y="1848399"/>
            <a:ext cx="4584041" cy="690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i="1" u="sng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tx2"/>
                </a:solidFill>
                <a:latin typeface="Roboto Bold" panose="02000000000000000000" pitchFamily="2" charset="0"/>
                <a:ea typeface="Roboto Bold" panose="02000000000000000000" pitchFamily="2" charset="0"/>
              </a:rPr>
              <a:t>Questions?</a:t>
            </a:r>
            <a:endParaRPr lang="pl-PL" sz="6000" dirty="0">
              <a:solidFill>
                <a:schemeClr val="tx2"/>
              </a:solidFill>
              <a:latin typeface="Roboto Bold" panose="02000000000000000000" pitchFamily="2" charset="0"/>
              <a:ea typeface="Roboto Bold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670289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578A67-2261-B465-0FF1-D79919431F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19500" y="3864902"/>
            <a:ext cx="4953000" cy="344827"/>
          </a:xfrm>
        </p:spPr>
        <p:txBody>
          <a:bodyPr>
            <a:noAutofit/>
          </a:bodyPr>
          <a:lstStyle/>
          <a:p>
            <a:r>
              <a:rPr lang="en-US" spc="10" dirty="0"/>
              <a:t>Visit our site to learn more:</a:t>
            </a:r>
            <a:endParaRPr lang="en-ZA" spc="1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B36AC1F-C159-ABC1-6BC9-3CAC77BF35B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41577" y="4747873"/>
            <a:ext cx="3273674" cy="344827"/>
          </a:xfrm>
        </p:spPr>
        <p:txBody>
          <a:bodyPr>
            <a:noAutofit/>
          </a:bodyPr>
          <a:lstStyle/>
          <a:p>
            <a:r>
              <a:rPr lang="en-US" dirty="0"/>
              <a:t>https://www.litware.com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559448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6bde16b2-0620-4858-810f-1b920fdeef80">
      <UserInfo>
        <DisplayName>BM CCP.Reader</DisplayName>
        <AccountId>146</AccountId>
        <AccountType/>
      </UserInfo>
      <UserInfo>
        <DisplayName>Alexander Kucheryavenko</DisplayName>
        <AccountId>147</AccountId>
        <AccountType/>
      </UserInfo>
      <UserInfo>
        <DisplayName>Test Iser 3</DisplayName>
        <AccountId>148</AccountId>
        <AccountType/>
      </UserInfo>
      <UserInfo>
        <DisplayName>Maria Menzhunova</DisplayName>
        <AccountId>123</AccountId>
        <AccountType/>
      </UserInfo>
      <UserInfo>
        <DisplayName>Alexey Shemendyuk</DisplayName>
        <AccountId>43</AccountId>
        <AccountType/>
      </UserInfo>
      <UserInfo>
        <DisplayName>Konstantin Kunevich</DisplayName>
        <AccountId>105</AccountId>
        <AccountType/>
      </UserInfo>
      <UserInfo>
        <DisplayName>Alexander Yakubovich</DisplayName>
        <AccountId>208</AccountId>
        <AccountType/>
      </UserInfo>
    </SharedWithUsers>
    <_Flow_SignoffStatus xmlns="911e9e99-66b6-4493-bc54-a9efbea5f7f5" xsi:nil="true"/>
    <lcf76f155ced4ddcb4097134ff3c332f xmlns="911e9e99-66b6-4493-bc54-a9efbea5f7f5">
      <Terms xmlns="http://schemas.microsoft.com/office/infopath/2007/PartnerControls"/>
    </lcf76f155ced4ddcb4097134ff3c332f>
    <TaxCatchAll xmlns="6bde16b2-0620-4858-810f-1b920fdeef80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1988CFF1588C24AB1D2DA4CA343F2D0" ma:contentTypeVersion="20" ma:contentTypeDescription="Create a new document." ma:contentTypeScope="" ma:versionID="25f0cabf385db836020109d9a2839593">
  <xsd:schema xmlns:xsd="http://www.w3.org/2001/XMLSchema" xmlns:xs="http://www.w3.org/2001/XMLSchema" xmlns:p="http://schemas.microsoft.com/office/2006/metadata/properties" xmlns:ns2="6bde16b2-0620-4858-810f-1b920fdeef80" xmlns:ns3="911e9e99-66b6-4493-bc54-a9efbea5f7f5" targetNamespace="http://schemas.microsoft.com/office/2006/metadata/properties" ma:root="true" ma:fieldsID="827b5bb5b26561c8679ccaabba15809d" ns2:_="" ns3:_="">
    <xsd:import namespace="6bde16b2-0620-4858-810f-1b920fdeef80"/>
    <xsd:import namespace="911e9e99-66b6-4493-bc54-a9efbea5f7f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_Flow_SignoffStatus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de16b2-0620-4858-810f-1b920fdeef8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bc8b1e11-ec49-47e0-87eb-41130f9ab6a6}" ma:internalName="TaxCatchAll" ma:showField="CatchAllData" ma:web="6bde16b2-0620-4858-810f-1b920fdeef8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1e9e99-66b6-4493-bc54-a9efbea5f7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Flow_SignoffStatus" ma:index="17" nillable="true" ma:displayName="Sign-off status" ma:internalName="_x0024_Resources_x003a_core_x002c_Signoff_Status_x003b_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7f27d4c-d2c5-4092-a8f9-61b1d3e2da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BBA382-191F-44DF-B601-D57C0C830B8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96715FA-0DD9-45D6-8527-5F3C2CA0EE91}">
  <ds:schemaRefs>
    <ds:schemaRef ds:uri="http://schemas.microsoft.com/office/2006/documentManagement/types"/>
    <ds:schemaRef ds:uri="6bde16b2-0620-4858-810f-1b920fdeef80"/>
    <ds:schemaRef ds:uri="http://purl.org/dc/dcmitype/"/>
    <ds:schemaRef ds:uri="http://purl.org/dc/elements/1.1/"/>
    <ds:schemaRef ds:uri="http://schemas.microsoft.com/office/infopath/2007/PartnerControls"/>
    <ds:schemaRef ds:uri="http://purl.org/dc/terms/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911e9e99-66b6-4493-bc54-a9efbea5f7f5"/>
  </ds:schemaRefs>
</ds:datastoreItem>
</file>

<file path=customXml/itemProps3.xml><?xml version="1.0" encoding="utf-8"?>
<ds:datastoreItem xmlns:ds="http://schemas.openxmlformats.org/officeDocument/2006/customXml" ds:itemID="{103676A9-DE78-4381-9EAE-5632C1B4E8D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de16b2-0620-4858-810f-1b920fdeef80"/>
    <ds:schemaRef ds:uri="911e9e99-66b6-4493-bc54-a9efbea5f7f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36836</TotalTime>
  <Words>401</Words>
  <Application>Microsoft Office PowerPoint</Application>
  <PresentationFormat>Widescreen</PresentationFormat>
  <Paragraphs>168</Paragraphs>
  <Slides>13</Slides>
  <Notes>9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5" baseType="lpstr">
      <vt:lpstr>Roboto</vt:lpstr>
      <vt:lpstr>Aptos Narrow</vt:lpstr>
      <vt:lpstr>Poppins Black</vt:lpstr>
      <vt:lpstr>Roboto Medium</vt:lpstr>
      <vt:lpstr>Roboto Bold</vt:lpstr>
      <vt:lpstr>Roboto Condensed</vt:lpstr>
      <vt:lpstr>Arial</vt:lpstr>
      <vt:lpstr>Poppins SemiBold</vt:lpstr>
      <vt:lpstr>Aptos Display</vt:lpstr>
      <vt:lpstr>Calibri</vt:lpstr>
      <vt:lpstr>Aptos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viacode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Dina Vysitskaya</dc:creator>
  <cp:lastModifiedBy>Anatoly Butov</cp:lastModifiedBy>
  <cp:revision>518</cp:revision>
  <dcterms:created xsi:type="dcterms:W3CDTF">2017-02-07T16:52:31Z</dcterms:created>
  <dcterms:modified xsi:type="dcterms:W3CDTF">2026-02-13T13:47:41Z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0x010100E1988CFF1588C24AB1D2DA4CA343F2D0</vt:lpwstr>
  </property>
  <property fmtid="{D5CDD505-2E9C-101B-9397-08002B2CF9AE}" pid="3" name="MediaServiceImageTags">
    <vt:lpwstr/>
  </property>
</Properties>
</file>